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1" y="1364473"/>
            <a:ext cx="6851890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2526133"/>
            <a:ext cx="6762750" cy="1715669"/>
          </a:xfrm>
        </p:spPr>
        <p:txBody>
          <a:bodyPr lIns="0" tIns="36000" rIns="0" bIns="0" anchor="b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">
          <p15:clr>
            <a:srgbClr val="FBAE40"/>
          </p15:clr>
        </p15:guide>
        <p15:guide id="2" pos="478">
          <p15:clr>
            <a:srgbClr val="FBAE40"/>
          </p15:clr>
        </p15:guide>
        <p15:guide id="3" orient="horz" pos="984">
          <p15:clr>
            <a:srgbClr val="FBAE40"/>
          </p15:clr>
        </p15:guide>
        <p15:guide id="4" orient="horz" pos="2543">
          <p15:clr>
            <a:srgbClr val="FBAE40"/>
          </p15:clr>
        </p15:guide>
        <p15:guide id="5" orient="horz" pos="2728">
          <p15:clr>
            <a:srgbClr val="FBAE40"/>
          </p15:clr>
        </p15:guide>
        <p15:guide id="6" pos="47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578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  <p:pic>
        <p:nvPicPr>
          <p:cNvPr id="17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>
          <a:xfrm>
            <a:off x="758825" y="2553420"/>
            <a:ext cx="6765925" cy="1687212"/>
          </a:xfrm>
        </p:spPr>
        <p:txBody>
          <a:bodyPr lIns="0" tIns="0" rIns="0" bIns="0" anchor="b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0" y="1364473"/>
            <a:ext cx="6856545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10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>
          <p15:clr>
            <a:srgbClr val="FBAE40"/>
          </p15:clr>
        </p15:guide>
        <p15:guide id="2" orient="horz" pos="2543">
          <p15:clr>
            <a:srgbClr val="FBAE40"/>
          </p15:clr>
        </p15:guide>
        <p15:guide id="3" orient="horz" pos="587">
          <p15:clr>
            <a:srgbClr val="FBAE40"/>
          </p15:clr>
        </p15:guide>
        <p15:guide id="4" orient="horz" pos="978">
          <p15:clr>
            <a:srgbClr val="FBAE40"/>
          </p15:clr>
        </p15:guide>
        <p15:guide id="5" orient="horz" pos="2728">
          <p15:clr>
            <a:srgbClr val="FBAE40"/>
          </p15:clr>
        </p15:guide>
        <p15:guide id="6" pos="47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2526133"/>
            <a:ext cx="6762750" cy="1715669"/>
          </a:xfrm>
        </p:spPr>
        <p:txBody>
          <a:bodyPr lIns="0" tIns="36000" rIns="0" bIns="0" anchor="b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 - Picture Background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1" y="1364473"/>
            <a:ext cx="6851890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6A155A1-BB74-485E-B0B8-298D911F17BF}"/>
              </a:ext>
            </a:extLst>
          </p:cNvPr>
          <p:cNvSpPr txBox="1"/>
          <p:nvPr/>
        </p:nvSpPr>
        <p:spPr>
          <a:xfrm>
            <a:off x="-2" y="-426745"/>
            <a:ext cx="9144002" cy="2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788" dirty="0">
                <a:solidFill>
                  <a:schemeClr val="accent2"/>
                </a:solidFill>
                <a:latin typeface="+mj-lt"/>
              </a:rPr>
              <a:t>To insert a background image, right-click on the slide – select FORMAT BACKGROUND &gt; Picture or texture fill</a:t>
            </a:r>
            <a:endParaRPr lang="bg-BG" sz="788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0248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>
          <p15:clr>
            <a:srgbClr val="FBAE40"/>
          </p15:clr>
        </p15:guide>
        <p15:guide id="2" orient="horz" pos="587">
          <p15:clr>
            <a:srgbClr val="FBAE40"/>
          </p15:clr>
        </p15:guide>
        <p15:guide id="3" pos="4740">
          <p15:clr>
            <a:srgbClr val="FBAE40"/>
          </p15:clr>
        </p15:guide>
        <p15:guide id="4" orient="horz" pos="978">
          <p15:clr>
            <a:srgbClr val="FBAE40"/>
          </p15:clr>
        </p15:guide>
        <p15:guide id="5" orient="horz" pos="2543">
          <p15:clr>
            <a:srgbClr val="FBAE40"/>
          </p15:clr>
        </p15:guide>
        <p15:guide id="6" orient="horz" pos="2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ro Slide - Gradient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70000">
                <a:srgbClr val="328A5E">
                  <a:alpha val="78000"/>
                </a:srgbClr>
              </a:gs>
              <a:gs pos="36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2" y="-426745"/>
            <a:ext cx="9144002" cy="2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788" dirty="0">
                <a:solidFill>
                  <a:schemeClr val="accent2"/>
                </a:solidFill>
                <a:latin typeface="+mj-lt"/>
              </a:rPr>
              <a:t>To insert a background image, right-click on the slide – select FORMAT BACKGROUND &gt; Picture or texture fill</a:t>
            </a:r>
            <a:endParaRPr lang="bg-BG" sz="788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1" y="1364473"/>
            <a:ext cx="6856720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1830599"/>
            <a:ext cx="6762750" cy="2411202"/>
          </a:xfrm>
        </p:spPr>
        <p:txBody>
          <a:bodyPr lIns="0" tIns="36000" rIns="0" bIns="0" anchor="b"/>
          <a:lstStyle>
            <a:lvl1pPr marL="0" marR="0" indent="0" algn="l" defTabSz="6858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 – Gradient 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939089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4740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78">
          <p15:clr>
            <a:srgbClr val="FBAE40"/>
          </p15:clr>
        </p15:guide>
        <p15:guide id="6" orient="horz" pos="27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ro Slid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0">
                <a:srgbClr val="70B207"/>
              </a:gs>
              <a:gs pos="29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588678"/>
            <a:ext cx="9144000" cy="26932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1" y="1364473"/>
            <a:ext cx="6856720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2526133"/>
            <a:ext cx="6762750" cy="1715669"/>
          </a:xfrm>
        </p:spPr>
        <p:txBody>
          <a:bodyPr lIns="0" tIns="36000" rIns="0" bIns="0" anchor="b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Intro Slide - Gradient</a:t>
            </a:r>
          </a:p>
        </p:txBody>
      </p:sp>
    </p:spTree>
    <p:extLst>
      <p:ext uri="{BB962C8B-B14F-4D97-AF65-F5344CB8AC3E}">
        <p14:creationId xmlns:p14="http://schemas.microsoft.com/office/powerpoint/2010/main" val="399668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78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28">
          <p15:clr>
            <a:srgbClr val="FBAE40"/>
          </p15:clr>
        </p15:guide>
        <p15:guide id="7" pos="47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1893768"/>
            <a:ext cx="7158038" cy="3930960"/>
          </a:xfrm>
        </p:spPr>
        <p:txBody>
          <a:bodyPr/>
          <a:lstStyle>
            <a:lvl1pPr marL="257175" indent="-257175">
              <a:lnSpc>
                <a:spcPct val="100000"/>
              </a:lnSpc>
              <a:buClr>
                <a:srgbClr val="70B207"/>
              </a:buClr>
              <a:buFont typeface="+mj-lt"/>
              <a:buAutoNum type="arabicPeriod"/>
              <a:defRPr sz="18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514350" indent="-257175">
              <a:lnSpc>
                <a:spcPct val="100000"/>
              </a:lnSpc>
              <a:buClr>
                <a:srgbClr val="70B207"/>
              </a:buClr>
              <a:buFont typeface="+mj-lt"/>
              <a:buAutoNum type="arabicPeriod"/>
              <a:defRPr sz="1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707231" indent="-192881">
              <a:lnSpc>
                <a:spcPct val="100000"/>
              </a:lnSpc>
              <a:buClr>
                <a:srgbClr val="70B207"/>
              </a:buClr>
              <a:buFont typeface="+mj-lt"/>
              <a:buAutoNum type="arabicPeriod"/>
              <a:defRPr sz="135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964406" indent="-192881">
              <a:lnSpc>
                <a:spcPct val="100000"/>
              </a:lnSpc>
              <a:buClr>
                <a:srgbClr val="70B207"/>
              </a:buClr>
              <a:buFont typeface="+mj-lt"/>
              <a:buAutoNum type="arabicPeriod"/>
              <a:defRPr sz="12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221581" indent="-192881">
              <a:lnSpc>
                <a:spcPct val="100000"/>
              </a:lnSpc>
              <a:buClr>
                <a:srgbClr val="70B207"/>
              </a:buClr>
              <a:buFont typeface="+mj-lt"/>
              <a:buAutoNum type="arabicPeriod"/>
              <a:defRPr sz="12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927103"/>
            <a:ext cx="7158038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27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/>
        </p:nvCxnSpPr>
        <p:spPr>
          <a:xfrm flipH="1">
            <a:off x="762000" y="1596096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140017" y="5976242"/>
            <a:ext cx="4748390" cy="365123"/>
          </a:xfrm>
        </p:spPr>
        <p:txBody>
          <a:bodyPr lIns="0" tIns="0" rIns="0" bIns="0" anchor="b"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13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045" y="6090619"/>
            <a:ext cx="2256695" cy="25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9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7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4989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944" y="2730355"/>
            <a:ext cx="3466067" cy="307748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0" y="476722"/>
            <a:ext cx="7978540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9944" y="2174380"/>
            <a:ext cx="3466065" cy="435426"/>
          </a:xfrm>
        </p:spPr>
        <p:txBody>
          <a:bodyPr/>
          <a:lstStyle>
            <a:lvl1pPr marL="0" indent="0" algn="l">
              <a:buNone/>
              <a:defRPr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/>
        </p:nvCxnSpPr>
        <p:spPr>
          <a:xfrm>
            <a:off x="4572000" y="2222627"/>
            <a:ext cx="0" cy="3585217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7991" y="2174380"/>
            <a:ext cx="3466065" cy="435426"/>
          </a:xfrm>
        </p:spPr>
        <p:txBody>
          <a:bodyPr/>
          <a:lstStyle>
            <a:lvl1pPr marL="0" indent="0" algn="l">
              <a:buNone/>
              <a:defRPr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Objectives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914347" y="2730355"/>
            <a:ext cx="3466067" cy="307748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 b="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36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254">
          <p15:clr>
            <a:srgbClr val="FBAE40"/>
          </p15:clr>
        </p15:guide>
        <p15:guide id="4" pos="2878">
          <p15:clr>
            <a:srgbClr val="FBAE40"/>
          </p15:clr>
        </p15:guide>
        <p15:guide id="5" pos="5369">
          <p15:clr>
            <a:srgbClr val="FBAE40"/>
          </p15:clr>
        </p15:guide>
        <p15:guide id="6" pos="5419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476">
          <p15:clr>
            <a:srgbClr val="FBAE40"/>
          </p15:clr>
        </p15:guide>
        <p15:guide id="10" pos="2662">
          <p15:clr>
            <a:srgbClr val="FBAE40"/>
          </p15:clr>
        </p15:guide>
        <p15:guide id="11" pos="3101">
          <p15:clr>
            <a:srgbClr val="FBAE40"/>
          </p15:clr>
        </p15:guide>
        <p15:guide id="12" pos="527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6" y="1639889"/>
            <a:ext cx="8338505" cy="4357687"/>
          </a:xfrm>
        </p:spPr>
        <p:txBody>
          <a:bodyPr/>
          <a:lstStyle>
            <a:lvl1pPr>
              <a:lnSpc>
                <a:spcPct val="100000"/>
              </a:lnSpc>
              <a:buClr>
                <a:srgbClr val="006241"/>
              </a:buClr>
              <a:defRPr sz="18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5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6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254">
          <p15:clr>
            <a:srgbClr val="FBAE40"/>
          </p15:clr>
        </p15:guide>
        <p15:guide id="5" pos="5508">
          <p15:clr>
            <a:srgbClr val="FBAE40"/>
          </p15:clr>
        </p15:guide>
        <p15:guide id="6" orient="horz" pos="1033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52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71" y="1647106"/>
            <a:ext cx="3979992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Title and Text – Two Columns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60914" y="1647106"/>
            <a:ext cx="3983037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19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9">
          <p15:clr>
            <a:srgbClr val="FBAE40"/>
          </p15:clr>
        </p15:guide>
        <p15:guide id="2" pos="254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5508">
          <p15:clr>
            <a:srgbClr val="FBAE40"/>
          </p15:clr>
        </p15:guide>
        <p15:guide id="7" pos="2764">
          <p15:clr>
            <a:srgbClr val="FBAE40"/>
          </p15:clr>
        </p15:guide>
        <p15:guide id="8" pos="2999">
          <p15:clr>
            <a:srgbClr val="FBAE40"/>
          </p15:clr>
        </p15:guide>
        <p15:guide id="9" pos="5369">
          <p15:clr>
            <a:srgbClr val="FBAE40"/>
          </p15:clr>
        </p15:guide>
        <p15:guide id="10" pos="52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6" y="1645669"/>
            <a:ext cx="2464337" cy="47356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defRPr sz="1200"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225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Title and Text – Three Columns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38514" y="1645669"/>
            <a:ext cx="2464337" cy="47356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defRPr sz="1200"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79614" y="1645669"/>
            <a:ext cx="2464337" cy="47356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defRPr sz="1200"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6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5508">
          <p15:clr>
            <a:srgbClr val="FBAE40"/>
          </p15:clr>
        </p15:guide>
        <p15:guide id="6" pos="5369">
          <p15:clr>
            <a:srgbClr val="FBAE40"/>
          </p15:clr>
        </p15:guide>
        <p15:guide id="7" pos="1805">
          <p15:clr>
            <a:srgbClr val="FBAE40"/>
          </p15:clr>
        </p15:guide>
        <p15:guide id="8" pos="2103">
          <p15:clr>
            <a:srgbClr val="FBAE40"/>
          </p15:clr>
        </p15:guide>
        <p15:guide id="9" pos="3659">
          <p15:clr>
            <a:srgbClr val="FBAE40"/>
          </p15:clr>
        </p15:guide>
        <p15:guide id="10" pos="3952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527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71" y="1645670"/>
            <a:ext cx="1862999" cy="47360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lnSpc>
                <a:spcPct val="100000"/>
              </a:lnSpc>
              <a:buNone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514350" indent="0">
              <a:lnSpc>
                <a:spcPct val="100000"/>
              </a:lnSpc>
              <a:buNone/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771525" indent="0">
              <a:lnSpc>
                <a:spcPct val="100000"/>
              </a:lnSpc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028700" indent="0">
              <a:lnSpc>
                <a:spcPct val="100000"/>
              </a:lnSpc>
              <a:buNone/>
              <a:defRPr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Title and Text – Four Columns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562226" y="1645670"/>
            <a:ext cx="1862999" cy="47360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lnSpc>
                <a:spcPct val="100000"/>
              </a:lnSpc>
              <a:buNone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514350" indent="0">
              <a:lnSpc>
                <a:spcPct val="100000"/>
              </a:lnSpc>
              <a:buNone/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771525" indent="0">
              <a:lnSpc>
                <a:spcPct val="100000"/>
              </a:lnSpc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028700" indent="0">
              <a:lnSpc>
                <a:spcPct val="100000"/>
              </a:lnSpc>
              <a:buNone/>
              <a:defRPr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19639" y="1645670"/>
            <a:ext cx="1862999" cy="47360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lnSpc>
                <a:spcPct val="100000"/>
              </a:lnSpc>
              <a:buNone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514350" indent="0">
              <a:lnSpc>
                <a:spcPct val="100000"/>
              </a:lnSpc>
              <a:buNone/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771525" indent="0">
              <a:lnSpc>
                <a:spcPct val="100000"/>
              </a:lnSpc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028700" indent="0">
              <a:lnSpc>
                <a:spcPct val="100000"/>
              </a:lnSpc>
              <a:buNone/>
              <a:defRPr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875857" y="1645670"/>
            <a:ext cx="1862999" cy="47360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lnSpc>
                <a:spcPct val="100000"/>
              </a:lnSpc>
              <a:buNone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514350" indent="0">
              <a:lnSpc>
                <a:spcPct val="100000"/>
              </a:lnSpc>
              <a:buNone/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771525" indent="0">
              <a:lnSpc>
                <a:spcPct val="100000"/>
              </a:lnSpc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028700" indent="0">
              <a:lnSpc>
                <a:spcPct val="100000"/>
              </a:lnSpc>
              <a:buNone/>
              <a:defRPr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13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8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2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254">
          <p15:clr>
            <a:srgbClr val="FBAE40"/>
          </p15:clr>
        </p15:guide>
        <p15:guide id="8" pos="1430">
          <p15:clr>
            <a:srgbClr val="FBAE40"/>
          </p15:clr>
        </p15:guide>
        <p15:guide id="9" pos="1614">
          <p15:clr>
            <a:srgbClr val="FBAE40"/>
          </p15:clr>
        </p15:guide>
        <p15:guide id="10" pos="2973">
          <p15:clr>
            <a:srgbClr val="FBAE40"/>
          </p15:clr>
        </p15:guide>
        <p15:guide id="11" pos="4148">
          <p15:clr>
            <a:srgbClr val="FBAE40"/>
          </p15:clr>
        </p15:guide>
        <p15:guide id="12" pos="4333">
          <p15:clr>
            <a:srgbClr val="FBAE40"/>
          </p15:clr>
        </p15:guide>
        <p15:guide id="13" pos="5369">
          <p15:clr>
            <a:srgbClr val="FBAE40"/>
          </p15:clr>
        </p15:guide>
        <p15:guide id="14" pos="5508">
          <p15:clr>
            <a:srgbClr val="FBAE40"/>
          </p15:clr>
        </p15:guide>
        <p15:guide id="15" pos="527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71" y="1645669"/>
            <a:ext cx="3734832" cy="4735611"/>
          </a:xfrm>
        </p:spPr>
        <p:txBody>
          <a:bodyPr>
            <a:normAutofit/>
          </a:bodyPr>
          <a:lstStyle>
            <a:lvl1pPr marL="257175" indent="-257175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514350" indent="-257175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728663" indent="-2143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985838" indent="-2143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243013" indent="-2143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3734832" cy="7685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sz="21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0" y="3"/>
            <a:ext cx="4572000" cy="646611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77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5" pos="254">
          <p15:clr>
            <a:srgbClr val="FBAE40"/>
          </p15:clr>
        </p15:guide>
        <p15:guide id="6" pos="2605">
          <p15:clr>
            <a:srgbClr val="FBAE40"/>
          </p15:clr>
        </p15:guide>
        <p15:guide id="7" pos="536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4572000" cy="648188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031" y="1652489"/>
            <a:ext cx="3734832" cy="4735611"/>
          </a:xfrm>
        </p:spPr>
        <p:txBody>
          <a:bodyPr>
            <a:normAutofit/>
          </a:bodyPr>
          <a:lstStyle>
            <a:lvl1pPr marL="257175" indent="-257175">
              <a:lnSpc>
                <a:spcPct val="100000"/>
              </a:lnSpc>
              <a:buFont typeface="Arial" panose="020B0604020202020204" pitchFamily="34" charset="0"/>
              <a:buChar char="•"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514350" indent="-257175">
              <a:lnSpc>
                <a:spcPct val="100000"/>
              </a:lnSpc>
              <a:buFont typeface="Arial" panose="020B0604020202020204" pitchFamily="34" charset="0"/>
              <a:buChar char="•"/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 marL="728663" indent="-214313">
              <a:lnSpc>
                <a:spcPct val="100000"/>
              </a:lnSpc>
              <a:buFont typeface="Arial" panose="020B0604020202020204" pitchFamily="34" charset="0"/>
              <a:buChar char="•"/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 marL="985838" indent="-214313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 marL="1243013" indent="-214313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6031" y="476722"/>
            <a:ext cx="345802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1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with Picture Left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5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5369">
          <p15:clr>
            <a:srgbClr val="FBAE40"/>
          </p15:clr>
        </p15:guide>
        <p15:guide id="5" pos="5457">
          <p15:clr>
            <a:srgbClr val="FBAE40"/>
          </p15:clr>
        </p15:guide>
        <p15:guide id="6" pos="3101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254">
          <p15:clr>
            <a:srgbClr val="FBAE40"/>
          </p15:clr>
        </p15:guide>
        <p15:guide id="10" pos="52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with Pictur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71" y="1645672"/>
            <a:ext cx="8339450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lnSpc>
                <a:spcPct val="100000"/>
              </a:lnSpc>
              <a:buNone/>
              <a:defRPr/>
            </a:lvl2pPr>
            <a:lvl3pPr marL="514350" indent="0">
              <a:lnSpc>
                <a:spcPct val="100000"/>
              </a:lnSpc>
              <a:buNone/>
              <a:defRPr/>
            </a:lvl3pPr>
            <a:lvl4pPr marL="771525" indent="0">
              <a:lnSpc>
                <a:spcPct val="100000"/>
              </a:lnSpc>
              <a:buNone/>
              <a:defRPr/>
            </a:lvl4pPr>
            <a:lvl5pPr marL="10287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with Picture Horizontal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3"/>
            <a:ext cx="9144000" cy="303711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64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369">
          <p15:clr>
            <a:srgbClr val="FBAE40"/>
          </p15:clr>
        </p15:guide>
        <p15:guide id="4" pos="5508">
          <p15:clr>
            <a:srgbClr val="FBAE40"/>
          </p15:clr>
        </p15:guide>
        <p15:guide id="5" pos="5279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orient="horz" pos="2033">
          <p15:clr>
            <a:srgbClr val="FBAE40"/>
          </p15:clr>
        </p15:guide>
        <p15:guide id="9" orient="horz" pos="42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B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1" y="1364473"/>
            <a:ext cx="6851890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2526133"/>
            <a:ext cx="6762750" cy="1715669"/>
          </a:xfrm>
        </p:spPr>
        <p:txBody>
          <a:bodyPr lIns="0" tIns="36000" rIns="0" bIns="0" anchor="b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pic>
        <p:nvPicPr>
          <p:cNvPr id="15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27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47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B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578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  <p:pic>
        <p:nvPicPr>
          <p:cNvPr id="16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17" name="Title 21"/>
          <p:cNvSpPr>
            <a:spLocks noGrp="1"/>
          </p:cNvSpPr>
          <p:nvPr>
            <p:ph type="title" hasCustomPrompt="1"/>
          </p:nvPr>
        </p:nvSpPr>
        <p:spPr>
          <a:xfrm>
            <a:off x="758825" y="2553420"/>
            <a:ext cx="6765925" cy="1687212"/>
          </a:xfrm>
        </p:spPr>
        <p:txBody>
          <a:bodyPr lIns="0" tIns="0" rIns="0" bIns="0" anchor="b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Section Divider - Monogram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0" y="1364473"/>
            <a:ext cx="6856545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0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8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47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D71B4D-8ED0-0B45-92CD-A27082105A38}"/>
              </a:ext>
            </a:extLst>
          </p:cNvPr>
          <p:cNvSpPr txBox="1"/>
          <p:nvPr/>
        </p:nvSpPr>
        <p:spPr>
          <a:xfrm>
            <a:off x="-2" y="-426745"/>
            <a:ext cx="9144002" cy="2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788" dirty="0">
                <a:solidFill>
                  <a:schemeClr val="accent2"/>
                </a:solidFill>
                <a:latin typeface="+mj-lt"/>
              </a:rPr>
              <a:t>To insert a background image, right-click on the slide – select FORMAT BACKGROUND &gt; Picture or texture fill</a:t>
            </a:r>
            <a:endParaRPr lang="bg-BG" sz="788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B207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+mj-lt"/>
            </a:endParaRP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762000" y="4333876"/>
            <a:ext cx="6762750" cy="1655762"/>
          </a:xfrm>
        </p:spPr>
        <p:txBody>
          <a:bodyPr lIns="0" tIns="36000" rIns="0" bIns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928012"/>
            <a:ext cx="4734560" cy="416812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1830599"/>
            <a:ext cx="6762750" cy="2411202"/>
          </a:xfrm>
        </p:spPr>
        <p:txBody>
          <a:bodyPr lIns="0" tIns="36000" rIns="0" bIns="0" anchor="b"/>
          <a:lstStyle>
            <a:lvl1pPr marL="0" marR="0" indent="0" algn="l" defTabSz="6858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baseline="0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Section Divider – Picture Background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2861" y="1364473"/>
            <a:ext cx="6851890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90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91">
          <p15:clr>
            <a:srgbClr val="FBAE40"/>
          </p15:clr>
        </p15:guide>
        <p15:guide id="2" pos="478">
          <p15:clr>
            <a:srgbClr val="FBAE40"/>
          </p15:clr>
        </p15:guide>
        <p15:guide id="3" pos="4738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5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eet the B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0" y="476722"/>
            <a:ext cx="703199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Meet the Boss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2272" y="1976913"/>
            <a:ext cx="2701733" cy="363569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4947" y="2506679"/>
            <a:ext cx="4159316" cy="339026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4947" y="2904792"/>
            <a:ext cx="4159316" cy="285436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013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4947" y="3350677"/>
            <a:ext cx="4159316" cy="2261928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10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3274947" y="2385080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36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>
          <p15:clr>
            <a:srgbClr val="FBAE40"/>
          </p15:clr>
        </p15:guide>
        <p15:guide id="2" pos="4683">
          <p15:clr>
            <a:srgbClr val="FBAE40"/>
          </p15:clr>
        </p15:guide>
        <p15:guide id="3" orient="horz" pos="1499">
          <p15:clr>
            <a:srgbClr val="FBAE40"/>
          </p15:clr>
        </p15:guide>
        <p15:guide id="4" orient="horz" pos="440">
          <p15:clr>
            <a:srgbClr val="FBAE40"/>
          </p15:clr>
        </p15:guide>
        <p15:guide id="5" pos="254">
          <p15:clr>
            <a:srgbClr val="FBAE40"/>
          </p15:clr>
        </p15:guide>
        <p15:guide id="6" orient="horz" pos="4252">
          <p15:clr>
            <a:srgbClr val="FBAE40"/>
          </p15:clr>
        </p15:guide>
        <p15:guide id="7" orient="horz" pos="3532">
          <p15:clr>
            <a:srgbClr val="FBAE40"/>
          </p15:clr>
        </p15:guide>
        <p15:guide id="8" pos="5369">
          <p15:clr>
            <a:srgbClr val="FBAE40"/>
          </p15:clr>
        </p15:guide>
        <p15:guide id="9" orient="horz" pos="1576">
          <p15:clr>
            <a:srgbClr val="FBAE40"/>
          </p15:clr>
        </p15:guide>
        <p15:guide id="10" pos="205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eet the Team - 2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72380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Meet the Team - 2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52271" y="1861261"/>
            <a:ext cx="1413272" cy="19018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7921" y="4099995"/>
            <a:ext cx="3281972" cy="339026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921" y="4498108"/>
            <a:ext cx="3281972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13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7921" y="4943996"/>
            <a:ext cx="3281972" cy="110220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10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2282280" y="3978396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8457" y="1861261"/>
            <a:ext cx="1413272" cy="19018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4107" y="4099995"/>
            <a:ext cx="3281972" cy="339026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4107" y="4498108"/>
            <a:ext cx="3281972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13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4107" y="4943996"/>
            <a:ext cx="3281972" cy="110220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10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/>
        </p:nvCxnSpPr>
        <p:spPr>
          <a:xfrm flipH="1">
            <a:off x="6108465" y="3978396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53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3812">
          <p15:clr>
            <a:srgbClr val="FBAE40"/>
          </p15:clr>
        </p15:guide>
        <p15:guide id="5" pos="642">
          <p15:clr>
            <a:srgbClr val="FBAE40"/>
          </p15:clr>
        </p15:guide>
        <p15:guide id="6" pos="5120">
          <p15:clr>
            <a:srgbClr val="FBAE40"/>
          </p15:clr>
        </p15:guide>
        <p15:guide id="7" pos="2706">
          <p15:clr>
            <a:srgbClr val="FBAE40"/>
          </p15:clr>
        </p15:guide>
        <p15:guide id="8" pos="3050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5369">
          <p15:clr>
            <a:srgbClr val="FBAE40"/>
          </p15:clr>
        </p15:guide>
        <p15:guide id="11" orient="horz" pos="2507">
          <p15:clr>
            <a:srgbClr val="FBAE40"/>
          </p15:clr>
        </p15:guide>
        <p15:guide id="12" orient="horz" pos="25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eet the Team - 3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2" y="476722"/>
            <a:ext cx="795767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Meet the Team - 3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769" y="1861261"/>
            <a:ext cx="1413272" cy="19018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104" y="4099995"/>
            <a:ext cx="2194607" cy="339026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04" y="4498108"/>
            <a:ext cx="2194607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13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104" y="4943996"/>
            <a:ext cx="2194607" cy="110220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10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1536779" y="3978396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018D83C-D9C2-164A-BAA0-1693A29FDD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74531" y="1861261"/>
            <a:ext cx="1413272" cy="19018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45E3436-75BA-6C4F-A3AD-0512FCA25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3866" y="4099995"/>
            <a:ext cx="2194607" cy="339026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6D1318F-1B29-794A-A5C4-2F2878439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83866" y="4498108"/>
            <a:ext cx="2194607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13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AB2693E-0F42-5943-9CDE-F764D6F16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83866" y="4943996"/>
            <a:ext cx="2194607" cy="110220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10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F0BD70-16B4-3E45-A3A1-01D7F662B1EF}"/>
              </a:ext>
            </a:extLst>
          </p:cNvPr>
          <p:cNvCxnSpPr>
            <a:cxnSpLocks/>
          </p:cNvCxnSpPr>
          <p:nvPr/>
        </p:nvCxnSpPr>
        <p:spPr>
          <a:xfrm flipH="1">
            <a:off x="4204541" y="3978396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3726E9E4-6602-B84C-B4B2-0A06C5C0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56009" y="1861261"/>
            <a:ext cx="1413272" cy="19018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F66B470-33A4-8C40-A0C1-FE0405F73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344" y="4099995"/>
            <a:ext cx="2194607" cy="339026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A41CD59-4E6B-FA4F-B0A1-887D849863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344" y="4498108"/>
            <a:ext cx="2194607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13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3735AA2-BC8E-9945-91B9-5618B63B5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344" y="4943996"/>
            <a:ext cx="2194607" cy="110220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105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468785-BF21-9F4B-8797-82A8D19E9623}"/>
              </a:ext>
            </a:extLst>
          </p:cNvPr>
          <p:cNvCxnSpPr>
            <a:cxnSpLocks/>
          </p:cNvCxnSpPr>
          <p:nvPr/>
        </p:nvCxnSpPr>
        <p:spPr>
          <a:xfrm flipH="1">
            <a:off x="6886019" y="3978396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pos="254">
          <p15:clr>
            <a:srgbClr val="FBAE40"/>
          </p15:clr>
        </p15:guide>
        <p15:guide id="4" orient="horz" pos="4252">
          <p15:clr>
            <a:srgbClr val="FBAE40"/>
          </p15:clr>
        </p15:guide>
        <p15:guide id="5" orient="horz" pos="2507">
          <p15:clr>
            <a:srgbClr val="FBAE40"/>
          </p15:clr>
        </p15:guide>
        <p15:guide id="6" orient="horz" pos="2584">
          <p15:clr>
            <a:srgbClr val="FBAE40"/>
          </p15:clr>
        </p15:guide>
        <p15:guide id="7" pos="5267">
          <p15:clr>
            <a:srgbClr val="FBAE40"/>
          </p15:clr>
        </p15:guide>
        <p15:guide id="8" pos="5369">
          <p15:clr>
            <a:srgbClr val="FBAE40"/>
          </p15:clr>
        </p15:guide>
        <p15:guide id="9" pos="3882">
          <p15:clr>
            <a:srgbClr val="FBAE40"/>
          </p15:clr>
        </p15:guide>
        <p15:guide id="10" pos="515">
          <p15:clr>
            <a:srgbClr val="FBAE40"/>
          </p15:clr>
        </p15:guide>
        <p15:guide id="11" pos="1900">
          <p15:clr>
            <a:srgbClr val="FBAE40"/>
          </p15:clr>
        </p15:guide>
        <p15:guide id="12" pos="1201">
          <p15:clr>
            <a:srgbClr val="FBAE40"/>
          </p15:clr>
        </p15:guide>
        <p15:guide id="13" pos="4581">
          <p15:clr>
            <a:srgbClr val="FBAE40"/>
          </p15:clr>
        </p15:guide>
        <p15:guide id="14" orient="horz" pos="432">
          <p15:clr>
            <a:srgbClr val="FBAE40"/>
          </p15:clr>
        </p15:guide>
        <p15:guide id="15" orient="horz" pos="381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eet the Team - 5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Meet the Team - 5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622" y="1808077"/>
            <a:ext cx="1376991" cy="171125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622" y="3856239"/>
            <a:ext cx="1376991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622" y="4254352"/>
            <a:ext cx="1376991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622" y="4700240"/>
            <a:ext cx="1376991" cy="1566749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715491" y="3734640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44456" y="1808077"/>
            <a:ext cx="1376991" cy="171125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43564" y="3856239"/>
            <a:ext cx="1376991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43564" y="4254352"/>
            <a:ext cx="1376991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43564" y="4700240"/>
            <a:ext cx="1376991" cy="1566749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/>
        </p:nvCxnSpPr>
        <p:spPr>
          <a:xfrm flipH="1">
            <a:off x="2455431" y="3734640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85290" y="1808077"/>
            <a:ext cx="1376991" cy="171125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83505" y="3856239"/>
            <a:ext cx="1376991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83505" y="4254352"/>
            <a:ext cx="1376991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83505" y="4700240"/>
            <a:ext cx="1376991" cy="1566749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/>
        </p:nvCxnSpPr>
        <p:spPr>
          <a:xfrm flipH="1">
            <a:off x="4195373" y="3734640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626124" y="1808077"/>
            <a:ext cx="1376991" cy="171125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26124" y="3856239"/>
            <a:ext cx="1376991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26124" y="4254352"/>
            <a:ext cx="1376991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26124" y="4700240"/>
            <a:ext cx="1376991" cy="1566749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/>
        </p:nvCxnSpPr>
        <p:spPr>
          <a:xfrm flipH="1">
            <a:off x="5937993" y="3734640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366960" y="1808077"/>
            <a:ext cx="1376991" cy="171125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66960" y="3856239"/>
            <a:ext cx="1376991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66960" y="4254352"/>
            <a:ext cx="1376991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b="1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66960" y="4700240"/>
            <a:ext cx="1376991" cy="1566749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/>
        </p:nvCxnSpPr>
        <p:spPr>
          <a:xfrm flipH="1">
            <a:off x="7678827" y="3734640"/>
            <a:ext cx="753256" cy="0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9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2355">
          <p15:clr>
            <a:srgbClr val="FBAE40"/>
          </p15:clr>
        </p15:guide>
        <p15:guide id="3" orient="horz" pos="2431">
          <p15:clr>
            <a:srgbClr val="FBAE40"/>
          </p15:clr>
        </p15:guide>
        <p15:guide id="4" orient="horz" pos="3947">
          <p15:clr>
            <a:srgbClr val="FBAE40"/>
          </p15:clr>
        </p15:guide>
        <p15:guide id="5" orient="horz" pos="4252">
          <p15:clr>
            <a:srgbClr val="FBAE40"/>
          </p15:clr>
        </p15:guide>
        <p15:guide id="6" orient="horz" pos="1135">
          <p15:clr>
            <a:srgbClr val="FBAE40"/>
          </p15:clr>
        </p15:guide>
        <p15:guide id="7" pos="254">
          <p15:clr>
            <a:srgbClr val="FBAE40"/>
          </p15:clr>
        </p15:guide>
        <p15:guide id="8" pos="5508">
          <p15:clr>
            <a:srgbClr val="FBAE40"/>
          </p15:clr>
        </p15:guide>
        <p15:guide id="9" pos="5369">
          <p15:clr>
            <a:srgbClr val="FBAE40"/>
          </p15:clr>
        </p15:guide>
        <p15:guide id="10" pos="4638">
          <p15:clr>
            <a:srgbClr val="FBAE40"/>
          </p15:clr>
        </p15:guide>
        <p15:guide id="11" pos="1124">
          <p15:clr>
            <a:srgbClr val="FBAE40"/>
          </p15:clr>
        </p15:guide>
        <p15:guide id="12" pos="1353">
          <p15:clr>
            <a:srgbClr val="FBAE40"/>
          </p15:clr>
        </p15:guide>
        <p15:guide id="13" pos="2217">
          <p15:clr>
            <a:srgbClr val="FBAE40"/>
          </p15:clr>
        </p15:guide>
        <p15:guide id="14" pos="2446">
          <p15:clr>
            <a:srgbClr val="FBAE40"/>
          </p15:clr>
        </p15:guide>
        <p15:guide id="15" pos="3317">
          <p15:clr>
            <a:srgbClr val="FBAE40"/>
          </p15:clr>
        </p15:guide>
        <p15:guide id="16" pos="3545">
          <p15:clr>
            <a:srgbClr val="FBAE40"/>
          </p15:clr>
        </p15:guide>
        <p15:guide id="17" pos="4409">
          <p15:clr>
            <a:srgbClr val="FBAE40"/>
          </p15:clr>
        </p15:guide>
        <p15:guide id="18" pos="5279">
          <p15:clr>
            <a:srgbClr val="FBAE40"/>
          </p15:clr>
        </p15:guide>
        <p15:guide id="19" orient="horz" pos="43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Tabl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and Table – Option 1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02271" y="1640541"/>
            <a:ext cx="5173339" cy="4360208"/>
          </a:xfrm>
        </p:spPr>
        <p:txBody>
          <a:bodyPr/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826814" y="1645670"/>
            <a:ext cx="2900498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3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>
          <p15:clr>
            <a:srgbClr val="FBAE40"/>
          </p15:clr>
        </p15:guide>
        <p15:guide id="2" orient="horz" pos="1033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pos="254">
          <p15:clr>
            <a:srgbClr val="FBAE40"/>
          </p15:clr>
        </p15:guide>
        <p15:guide id="5" pos="5369">
          <p15:clr>
            <a:srgbClr val="FBAE40"/>
          </p15:clr>
        </p15:guide>
        <p15:guide id="6" pos="5508">
          <p15:clr>
            <a:srgbClr val="FBAE40"/>
          </p15:clr>
        </p15:guide>
        <p15:guide id="7" pos="5279">
          <p15:clr>
            <a:srgbClr val="FBAE40"/>
          </p15:clr>
        </p15:guide>
        <p15:guide id="8" pos="3513">
          <p15:clr>
            <a:srgbClr val="FBAE40"/>
          </p15:clr>
        </p15:guide>
        <p15:guide id="9" pos="3678">
          <p15:clr>
            <a:srgbClr val="FBAE40"/>
          </p15:clr>
        </p15:guide>
        <p15:guide id="10" orient="horz" pos="43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565557" y="1645670"/>
            <a:ext cx="5151578" cy="4351336"/>
          </a:xfrm>
        </p:spPr>
        <p:txBody>
          <a:bodyPr/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8328" y="1639888"/>
            <a:ext cx="2900498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15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pos="53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orient="horz" pos="3778">
          <p15:clr>
            <a:srgbClr val="FBAE40"/>
          </p15:clr>
        </p15:guide>
        <p15:guide id="6" pos="254">
          <p15:clr>
            <a:srgbClr val="FBAE40"/>
          </p15:clr>
        </p15:guide>
        <p15:guide id="7" pos="2078">
          <p15:clr>
            <a:srgbClr val="FBAE40"/>
          </p15:clr>
        </p15:guide>
        <p15:guide id="8" pos="2249">
          <p15:clr>
            <a:srgbClr val="FBAE40"/>
          </p15:clr>
        </p15:guide>
        <p15:guide id="9" pos="5279">
          <p15:clr>
            <a:srgbClr val="FBAE40"/>
          </p15:clr>
        </p15:guide>
        <p15:guide id="10" pos="548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Table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Text and Table – Option 3</a:t>
            </a:r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3582382" y="1645671"/>
            <a:ext cx="2908346" cy="43513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99436" y="1645671"/>
            <a:ext cx="2908346" cy="43513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65328" y="1639888"/>
            <a:ext cx="1978622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Proxima Nova Rg" charset="0"/>
                <a:ea typeface="Proxima Nova Rg" charset="0"/>
                <a:cs typeface="Proxima Nova Rg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4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7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432">
          <p15:clr>
            <a:srgbClr val="FBAE40"/>
          </p15:clr>
        </p15:guide>
        <p15:guide id="4" orient="horz" pos="3778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pos="5369">
          <p15:clr>
            <a:srgbClr val="FBAE40"/>
          </p15:clr>
        </p15:guide>
        <p15:guide id="7" pos="5279">
          <p15:clr>
            <a:srgbClr val="FBAE40"/>
          </p15:clr>
        </p15:guide>
        <p15:guide id="8" pos="5508">
          <p15:clr>
            <a:srgbClr val="FBAE40"/>
          </p15:clr>
        </p15:guide>
        <p15:guide id="9" pos="2084">
          <p15:clr>
            <a:srgbClr val="FBAE40"/>
          </p15:clr>
        </p15:guide>
        <p15:guide id="10" pos="2261">
          <p15:clr>
            <a:srgbClr val="FBAE40"/>
          </p15:clr>
        </p15:guide>
        <p15:guide id="11" pos="4091">
          <p15:clr>
            <a:srgbClr val="FBAE40"/>
          </p15:clr>
        </p15:guide>
        <p15:guide id="12" pos="426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rt with Text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9435" y="1645672"/>
            <a:ext cx="5176174" cy="4351337"/>
          </a:xfrm>
        </p:spPr>
        <p:txBody>
          <a:bodyPr>
            <a:normAutofit/>
          </a:bodyPr>
          <a:lstStyle>
            <a:lvl1pPr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435" y="474011"/>
            <a:ext cx="798018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Chart with Text – Option 1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833888" y="1639888"/>
            <a:ext cx="2900498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72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6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254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5279">
          <p15:clr>
            <a:srgbClr val="FBAE40"/>
          </p15:clr>
        </p15:guide>
        <p15:guide id="6" pos="5508">
          <p15:clr>
            <a:srgbClr val="FBAE40"/>
          </p15:clr>
        </p15:guide>
        <p15:guide id="7" pos="3513">
          <p15:clr>
            <a:srgbClr val="FBAE40"/>
          </p15:clr>
        </p15:guide>
        <p15:guide id="8" pos="3678">
          <p15:clr>
            <a:srgbClr val="FBAE40"/>
          </p15:clr>
        </p15:guide>
        <p15:guide id="9" orient="horz" pos="1033">
          <p15:clr>
            <a:srgbClr val="FBAE40"/>
          </p15:clr>
        </p15:guide>
        <p15:guide id="10" orient="horz" pos="377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rt with Text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565557" y="1645672"/>
            <a:ext cx="5176174" cy="4351337"/>
          </a:xfrm>
        </p:spPr>
        <p:txBody>
          <a:bodyPr>
            <a:normAutofit/>
          </a:bodyPr>
          <a:lstStyle>
            <a:lvl1pPr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435" y="474011"/>
            <a:ext cx="798018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Chart with Text – Option 2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8328" y="1639888"/>
            <a:ext cx="2900498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23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5279">
          <p15:clr>
            <a:srgbClr val="FBAE40"/>
          </p15:clr>
        </p15:guide>
        <p15:guide id="4" pos="5369">
          <p15:clr>
            <a:srgbClr val="FBAE40"/>
          </p15:clr>
        </p15:guide>
        <p15:guide id="5" pos="5508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078">
          <p15:clr>
            <a:srgbClr val="FBAE40"/>
          </p15:clr>
        </p15:guide>
        <p15:guide id="10" pos="224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rt with Text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9436" y="1645672"/>
            <a:ext cx="2908347" cy="4351337"/>
          </a:xfrm>
        </p:spPr>
        <p:txBody>
          <a:bodyPr>
            <a:normAutofit/>
          </a:bodyPr>
          <a:lstStyle>
            <a:lvl1pPr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582382" y="1645672"/>
            <a:ext cx="2908347" cy="4351337"/>
          </a:xfrm>
        </p:spPr>
        <p:txBody>
          <a:bodyPr>
            <a:normAutofit/>
          </a:bodyPr>
          <a:lstStyle>
            <a:lvl1pPr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435" y="474011"/>
            <a:ext cx="798018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Chart with Text – Option 3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65328" y="1639888"/>
            <a:ext cx="1978622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6241"/>
              </a:buClr>
              <a:defRPr sz="18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  <a:lvl2pPr>
              <a:lnSpc>
                <a:spcPct val="100000"/>
              </a:lnSpc>
              <a:buClr>
                <a:srgbClr val="006241"/>
              </a:buClr>
              <a:defRPr sz="15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2pPr>
            <a:lvl3pPr>
              <a:lnSpc>
                <a:spcPct val="100000"/>
              </a:lnSpc>
              <a:buClr>
                <a:srgbClr val="006241"/>
              </a:buClr>
              <a:defRPr sz="135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3pPr>
            <a:lvl4pPr>
              <a:lnSpc>
                <a:spcPct val="100000"/>
              </a:lnSpc>
              <a:buClr>
                <a:srgbClr val="006241"/>
              </a:buClr>
              <a:defRPr sz="1200">
                <a:latin typeface="Proxima Nova Rg" charset="0"/>
                <a:ea typeface="Proxima Nova Rg" charset="0"/>
                <a:cs typeface="Proxima Nova Rg" charset="0"/>
              </a:defRPr>
            </a:lvl4pPr>
            <a:lvl5pPr>
              <a:lnSpc>
                <a:spcPct val="100000"/>
              </a:lnSpc>
              <a:buClr>
                <a:srgbClr val="006241"/>
              </a:buClr>
              <a:defRPr sz="1200">
                <a:latin typeface="Proxima Nova Rg" charset="0"/>
                <a:ea typeface="Proxima Nova Rg" charset="0"/>
                <a:cs typeface="Proxima Nova Rg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61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5369">
          <p15:clr>
            <a:srgbClr val="FBAE40"/>
          </p15:clr>
        </p15:guide>
        <p15:guide id="4" pos="5279">
          <p15:clr>
            <a:srgbClr val="FBAE40"/>
          </p15:clr>
        </p15:guide>
        <p15:guide id="5" pos="5508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084">
          <p15:clr>
            <a:srgbClr val="FBAE40"/>
          </p15:clr>
        </p15:guide>
        <p15:guide id="10" pos="2255">
          <p15:clr>
            <a:srgbClr val="FBAE40"/>
          </p15:clr>
        </p15:guide>
        <p15:guide id="11" pos="4091">
          <p15:clr>
            <a:srgbClr val="FBAE40"/>
          </p15:clr>
        </p15:guide>
        <p15:guide id="12" pos="426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SWOT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8445" y="2873929"/>
            <a:ext cx="1768698" cy="312364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03305" y="2873929"/>
            <a:ext cx="1768700" cy="312364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8166" y="2873929"/>
            <a:ext cx="1768700" cy="312364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3029" y="2878140"/>
            <a:ext cx="1768702" cy="311943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8445" y="1985741"/>
            <a:ext cx="1768701" cy="614904"/>
          </a:xfrm>
        </p:spPr>
        <p:txBody>
          <a:bodyPr>
            <a:noAutofit/>
          </a:bodyPr>
          <a:lstStyle>
            <a:lvl1pPr marL="0" indent="0" algn="l">
              <a:buNone/>
              <a:defRPr sz="1500" b="1" i="0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99064" y="1985741"/>
            <a:ext cx="1768701" cy="614904"/>
          </a:xfrm>
        </p:spPr>
        <p:txBody>
          <a:bodyPr>
            <a:noAutofit/>
          </a:bodyPr>
          <a:lstStyle>
            <a:lvl1pPr marL="0" indent="0" algn="l">
              <a:buNone/>
              <a:defRPr sz="1500" b="1" i="0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9683" y="1990853"/>
            <a:ext cx="1768701" cy="604710"/>
          </a:xfrm>
        </p:spPr>
        <p:txBody>
          <a:bodyPr>
            <a:noAutofit/>
          </a:bodyPr>
          <a:lstStyle>
            <a:lvl1pPr marL="0" indent="0" algn="l">
              <a:buNone/>
              <a:defRPr sz="1500" b="1" i="0">
                <a:solidFill>
                  <a:schemeClr val="accent4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0300" y="1988619"/>
            <a:ext cx="1783651" cy="606944"/>
          </a:xfrm>
        </p:spPr>
        <p:txBody>
          <a:bodyPr>
            <a:noAutofit/>
          </a:bodyPr>
          <a:lstStyle>
            <a:lvl1pPr marL="0" indent="0" algn="l">
              <a:buNone/>
              <a:defRPr sz="1500" b="1" i="0">
                <a:solidFill>
                  <a:srgbClr val="AA966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>
            <a:off x="2401069" y="1985741"/>
            <a:ext cx="0" cy="4011834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/>
        </p:nvCxnSpPr>
        <p:spPr>
          <a:xfrm>
            <a:off x="4572000" y="1985741"/>
            <a:ext cx="6724" cy="4011834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/>
        </p:nvCxnSpPr>
        <p:spPr>
          <a:xfrm>
            <a:off x="6753918" y="1985741"/>
            <a:ext cx="0" cy="4011834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66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11">
          <p15:clr>
            <a:srgbClr val="FBAE40"/>
          </p15:clr>
        </p15:guide>
        <p15:guide id="2" orient="horz" pos="1813">
          <p15:clr>
            <a:srgbClr val="FBAE40"/>
          </p15:clr>
        </p15:guide>
        <p15:guide id="3" pos="254">
          <p15:clr>
            <a:srgbClr val="FBAE40"/>
          </p15:clr>
        </p15:guide>
        <p15:guide id="4" pos="5369">
          <p15:clr>
            <a:srgbClr val="FBAE40"/>
          </p15:clr>
        </p15:guide>
        <p15:guide id="5" pos="5279">
          <p15:clr>
            <a:srgbClr val="FBAE40"/>
          </p15:clr>
        </p15:guide>
        <p15:guide id="6" pos="5508">
          <p15:clr>
            <a:srgbClr val="FBAE40"/>
          </p15:clr>
        </p15:guide>
        <p15:guide id="7" orient="horz" pos="432">
          <p15:clr>
            <a:srgbClr val="FBAE40"/>
          </p15:clr>
        </p15:guide>
        <p15:guide id="9" orient="horz" pos="3778">
          <p15:clr>
            <a:srgbClr val="FBAE40"/>
          </p15:clr>
        </p15:guide>
        <p15:guide id="10" orient="horz" pos="1635">
          <p15:clr>
            <a:srgbClr val="FBAE40"/>
          </p15:clr>
        </p15:guide>
        <p15:guide id="11" orient="horz" pos="1254">
          <p15:clr>
            <a:srgbClr val="FBAE40"/>
          </p15:clr>
        </p15:guide>
        <p15:guide id="12" orient="horz" pos="4252">
          <p15:clr>
            <a:srgbClr val="FBAE40"/>
          </p15:clr>
        </p15:guide>
        <p15:guide id="13" pos="1379">
          <p15:clr>
            <a:srgbClr val="FBAE40"/>
          </p15:clr>
        </p15:guide>
        <p15:guide id="14" pos="1639">
          <p15:clr>
            <a:srgbClr val="FBAE40"/>
          </p15:clr>
        </p15:guide>
        <p15:guide id="15" pos="2751">
          <p15:clr>
            <a:srgbClr val="FBAE40"/>
          </p15:clr>
        </p15:guide>
        <p15:guide id="16" pos="4130">
          <p15:clr>
            <a:srgbClr val="FBAE40"/>
          </p15:clr>
        </p15:guide>
        <p15:guide id="17" pos="43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ES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694479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PEST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065" y="1882464"/>
            <a:ext cx="6245665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8445" y="1887426"/>
            <a:ext cx="1824306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1650" b="1" i="0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445" y="3031844"/>
            <a:ext cx="1824306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1650" b="1" i="0">
                <a:solidFill>
                  <a:srgbClr val="70B20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8445" y="4176262"/>
            <a:ext cx="1824306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1650" b="1" i="0">
                <a:solidFill>
                  <a:schemeClr val="accent4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02270" y="5320681"/>
            <a:ext cx="1824306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1650" b="1" i="0">
                <a:solidFill>
                  <a:srgbClr val="AA9667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 flipH="1">
            <a:off x="418445" y="2847664"/>
            <a:ext cx="8323284" cy="0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/>
        </p:nvCxnSpPr>
        <p:spPr>
          <a:xfrm flipH="1">
            <a:off x="418445" y="3999957"/>
            <a:ext cx="8323284" cy="0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/>
        </p:nvCxnSpPr>
        <p:spPr>
          <a:xfrm flipH="1">
            <a:off x="418445" y="5137381"/>
            <a:ext cx="8323284" cy="0"/>
          </a:xfrm>
          <a:prstGeom prst="line">
            <a:avLst/>
          </a:prstGeom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96065" y="3034757"/>
            <a:ext cx="6245665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496065" y="4179906"/>
            <a:ext cx="6245665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96065" y="5329959"/>
            <a:ext cx="6245665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99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79">
          <p15:clr>
            <a:srgbClr val="FBAE40"/>
          </p15:clr>
        </p15:guide>
        <p15:guide id="2" orient="horz" pos="3837">
          <p15:clr>
            <a:srgbClr val="FBAE40"/>
          </p15:clr>
        </p15:guide>
        <p15:guide id="3" pos="5369">
          <p15:clr>
            <a:srgbClr val="FBAE40"/>
          </p15:clr>
        </p15:guide>
        <p15:guide id="4" pos="254">
          <p15:clr>
            <a:srgbClr val="FBAE40"/>
          </p15:clr>
        </p15:guide>
        <p15:guide id="5" pos="1410">
          <p15:clr>
            <a:srgbClr val="FBAE40"/>
          </p15:clr>
        </p15:guide>
        <p15:guide id="6" pos="1569">
          <p15:clr>
            <a:srgbClr val="FBAE40"/>
          </p15:clr>
        </p15:guide>
        <p15:guide id="7" pos="5508">
          <p15:clr>
            <a:srgbClr val="FBAE40"/>
          </p15:clr>
        </p15:guide>
        <p15:guide id="8" orient="horz" pos="3354">
          <p15:clr>
            <a:srgbClr val="FBAE40"/>
          </p15:clr>
        </p15:guide>
        <p15:guide id="9" orient="horz" pos="3117">
          <p15:clr>
            <a:srgbClr val="FBAE40"/>
          </p15:clr>
        </p15:guide>
        <p15:guide id="10" orient="horz" pos="2634">
          <p15:clr>
            <a:srgbClr val="FBAE40"/>
          </p15:clr>
        </p15:guide>
        <p15:guide id="11" orient="horz" pos="2397">
          <p15:clr>
            <a:srgbClr val="FBAE40"/>
          </p15:clr>
        </p15:guide>
        <p15:guide id="12" orient="horz" pos="1906">
          <p15:clr>
            <a:srgbClr val="FBAE40"/>
          </p15:clr>
        </p15:guide>
        <p15:guide id="13" orient="horz" pos="1677">
          <p15:clr>
            <a:srgbClr val="FBAE40"/>
          </p15:clr>
        </p15:guide>
        <p15:guide id="14" orient="horz" pos="1186">
          <p15:clr>
            <a:srgbClr val="FBAE40"/>
          </p15:clr>
        </p15:guide>
        <p15:guide id="15" orient="horz" pos="432">
          <p15:clr>
            <a:srgbClr val="FBAE40"/>
          </p15:clr>
        </p15:guide>
        <p15:guide id="16" orient="horz" pos="425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98485"/>
              </p:ext>
            </p:extLst>
          </p:nvPr>
        </p:nvGraphicFramePr>
        <p:xfrm>
          <a:off x="613319" y="1531933"/>
          <a:ext cx="8128417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329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612674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Jan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Feb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Mar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Apr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May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Jun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Jul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Aug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Sep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Oct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Nov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Dec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0" y="495867"/>
            <a:ext cx="7978540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 dirty="0"/>
              <a:t>Gantt Chart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269" y="2009908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61172" y="3057176"/>
            <a:ext cx="2932771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2269" y="2531360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891777" y="3579402"/>
            <a:ext cx="2241395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2269" y="3052812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445022" y="4107363"/>
            <a:ext cx="5277198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2269" y="3574264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66786" y="4617168"/>
            <a:ext cx="3624147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269" y="4095716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61172" y="5138620"/>
            <a:ext cx="3999724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2269" y="5660073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51303" y="5660073"/>
            <a:ext cx="4839628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2269" y="4617168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2269" y="5138620"/>
            <a:ext cx="5334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="1">
                <a:solidFill>
                  <a:srgbClr val="00624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564780" y="2544220"/>
            <a:ext cx="4243040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401270" y="2016694"/>
            <a:ext cx="3207970" cy="256734"/>
          </a:xfrm>
          <a:solidFill>
            <a:srgbClr val="0062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88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00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5369">
          <p15:clr>
            <a:srgbClr val="FBAE40"/>
          </p15:clr>
        </p15:guide>
        <p15:guide id="4" pos="5279">
          <p15:clr>
            <a:srgbClr val="FBAE40"/>
          </p15:clr>
        </p15:guide>
        <p15:guide id="5" pos="5508">
          <p15:clr>
            <a:srgbClr val="FBAE40"/>
          </p15:clr>
        </p15:guide>
        <p15:guide id="6" orient="horz" pos="3905">
          <p15:clr>
            <a:srgbClr val="FBAE40"/>
          </p15:clr>
        </p15:guide>
        <p15:guide id="7" orient="horz" pos="966">
          <p15:clr>
            <a:srgbClr val="FBAE40"/>
          </p15:clr>
        </p15:guide>
        <p15:guide id="8" pos="591">
          <p15:clr>
            <a:srgbClr val="FBAE40"/>
          </p15:clr>
        </p15:guide>
        <p15:guide id="9" orient="horz" pos="4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71" y="476722"/>
            <a:ext cx="7977349" cy="768545"/>
          </a:xfrm>
        </p:spPr>
        <p:txBody>
          <a:bodyPr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401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pos="5369">
          <p15:clr>
            <a:srgbClr val="FBAE40"/>
          </p15:clr>
        </p15:guide>
        <p15:guide id="4" pos="5279">
          <p15:clr>
            <a:srgbClr val="FBAE40"/>
          </p15:clr>
        </p15:guide>
        <p15:guide id="5" pos="550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acts -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401572" y="5841108"/>
            <a:ext cx="2565699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619" b="1">
                <a:solidFill>
                  <a:schemeClr val="accent5"/>
                </a:solidFill>
                <a:latin typeface="+mj-lt"/>
              </a:defRPr>
            </a:lvl1pPr>
            <a:lvl2pPr marL="257175" indent="0">
              <a:buNone/>
              <a:defRPr sz="1013" b="1">
                <a:solidFill>
                  <a:schemeClr val="bg1"/>
                </a:solidFill>
              </a:defRPr>
            </a:lvl2pPr>
            <a:lvl3pPr marL="514350" indent="0">
              <a:buNone/>
              <a:defRPr sz="1013" b="1">
                <a:solidFill>
                  <a:schemeClr val="bg1"/>
                </a:solidFill>
              </a:defRPr>
            </a:lvl3pPr>
            <a:lvl4pPr marL="771525" indent="0">
              <a:buNone/>
              <a:defRPr sz="1013" b="1">
                <a:solidFill>
                  <a:schemeClr val="bg1"/>
                </a:solidFill>
              </a:defRPr>
            </a:lvl4pPr>
            <a:lvl5pPr marL="1028700" indent="0">
              <a:buNone/>
              <a:defRPr sz="1013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71" y="476722"/>
            <a:ext cx="7977349" cy="768545"/>
          </a:xfrm>
        </p:spPr>
        <p:txBody>
          <a:bodyPr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401572" y="2442410"/>
            <a:ext cx="2565699" cy="3420000"/>
          </a:xfrm>
          <a:solidFill>
            <a:srgbClr val="00624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013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01572" y="1652337"/>
            <a:ext cx="2565699" cy="790074"/>
          </a:xfrm>
          <a:solidFill>
            <a:srgbClr val="70B207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 b="1">
                <a:solidFill>
                  <a:schemeClr val="bg1"/>
                </a:solidFill>
              </a:defRPr>
            </a:lvl2pPr>
            <a:lvl3pPr marL="514350" indent="0">
              <a:buNone/>
              <a:defRPr sz="1013" b="1">
                <a:solidFill>
                  <a:schemeClr val="bg1"/>
                </a:solidFill>
              </a:defRPr>
            </a:lvl3pPr>
            <a:lvl4pPr marL="771525" indent="0">
              <a:buNone/>
              <a:defRPr sz="1013" b="1">
                <a:solidFill>
                  <a:schemeClr val="bg1"/>
                </a:solidFill>
              </a:defRPr>
            </a:lvl4pPr>
            <a:lvl5pPr marL="1028700" indent="0">
              <a:buNone/>
              <a:defRPr sz="1013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3292022" y="1652337"/>
            <a:ext cx="2565699" cy="790074"/>
          </a:xfrm>
          <a:solidFill>
            <a:srgbClr val="70B207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 b="1">
                <a:solidFill>
                  <a:schemeClr val="bg1"/>
                </a:solidFill>
              </a:defRPr>
            </a:lvl2pPr>
            <a:lvl3pPr marL="514350" indent="0">
              <a:buNone/>
              <a:defRPr sz="1013" b="1">
                <a:solidFill>
                  <a:schemeClr val="bg1"/>
                </a:solidFill>
              </a:defRPr>
            </a:lvl3pPr>
            <a:lvl4pPr marL="771525" indent="0">
              <a:buNone/>
              <a:defRPr sz="1013" b="1">
                <a:solidFill>
                  <a:schemeClr val="bg1"/>
                </a:solidFill>
              </a:defRPr>
            </a:lvl4pPr>
            <a:lvl5pPr marL="1028700" indent="0">
              <a:buNone/>
              <a:defRPr sz="1013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78951" y="1652337"/>
            <a:ext cx="2565699" cy="790074"/>
          </a:xfrm>
          <a:solidFill>
            <a:srgbClr val="70B207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 b="1">
                <a:solidFill>
                  <a:schemeClr val="bg1"/>
                </a:solidFill>
              </a:defRPr>
            </a:lvl2pPr>
            <a:lvl3pPr marL="514350" indent="0">
              <a:buNone/>
              <a:defRPr sz="1013" b="1">
                <a:solidFill>
                  <a:schemeClr val="bg1"/>
                </a:solidFill>
              </a:defRPr>
            </a:lvl3pPr>
            <a:lvl4pPr marL="771525" indent="0">
              <a:buNone/>
              <a:defRPr sz="1013" b="1">
                <a:solidFill>
                  <a:schemeClr val="bg1"/>
                </a:solidFill>
              </a:defRPr>
            </a:lvl4pPr>
            <a:lvl5pPr marL="1028700" indent="0">
              <a:buNone/>
              <a:defRPr sz="1013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3292022" y="5841108"/>
            <a:ext cx="2565699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619" b="1">
                <a:solidFill>
                  <a:schemeClr val="accent5"/>
                </a:solidFill>
                <a:latin typeface="+mj-lt"/>
              </a:defRPr>
            </a:lvl1pPr>
            <a:lvl2pPr marL="257175" indent="0">
              <a:buNone/>
              <a:defRPr sz="1013" b="1">
                <a:solidFill>
                  <a:schemeClr val="bg1"/>
                </a:solidFill>
              </a:defRPr>
            </a:lvl2pPr>
            <a:lvl3pPr marL="514350" indent="0">
              <a:buNone/>
              <a:defRPr sz="1013" b="1">
                <a:solidFill>
                  <a:schemeClr val="bg1"/>
                </a:solidFill>
              </a:defRPr>
            </a:lvl3pPr>
            <a:lvl4pPr marL="771525" indent="0">
              <a:buNone/>
              <a:defRPr sz="1013" b="1">
                <a:solidFill>
                  <a:schemeClr val="bg1"/>
                </a:solidFill>
              </a:defRPr>
            </a:lvl4pPr>
            <a:lvl5pPr marL="1028700" indent="0">
              <a:buNone/>
              <a:defRPr sz="1013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6178951" y="5841108"/>
            <a:ext cx="2565699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619" b="1">
                <a:solidFill>
                  <a:schemeClr val="accent5"/>
                </a:solidFill>
                <a:latin typeface="+mj-lt"/>
              </a:defRPr>
            </a:lvl1pPr>
            <a:lvl2pPr marL="257175" indent="0">
              <a:buNone/>
              <a:defRPr sz="1013" b="1">
                <a:solidFill>
                  <a:schemeClr val="bg1"/>
                </a:solidFill>
              </a:defRPr>
            </a:lvl2pPr>
            <a:lvl3pPr marL="514350" indent="0">
              <a:buNone/>
              <a:defRPr sz="1013" b="1">
                <a:solidFill>
                  <a:schemeClr val="bg1"/>
                </a:solidFill>
              </a:defRPr>
            </a:lvl3pPr>
            <a:lvl4pPr marL="771525" indent="0">
              <a:buNone/>
              <a:defRPr sz="1013" b="1">
                <a:solidFill>
                  <a:schemeClr val="bg1"/>
                </a:solidFill>
              </a:defRPr>
            </a:lvl4pPr>
            <a:lvl5pPr marL="1028700" indent="0">
              <a:buNone/>
              <a:defRPr sz="1013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3292022" y="2442411"/>
            <a:ext cx="2565699" cy="3420000"/>
          </a:xfrm>
          <a:solidFill>
            <a:srgbClr val="00624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013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6178951" y="2442411"/>
            <a:ext cx="2565699" cy="3420000"/>
          </a:xfrm>
          <a:solidFill>
            <a:srgbClr val="00624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013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>
          <p15:clr>
            <a:srgbClr val="FBAE40"/>
          </p15:clr>
        </p15:guide>
        <p15:guide id="2" pos="254">
          <p15:clr>
            <a:srgbClr val="FBAE40"/>
          </p15:clr>
        </p15:guide>
        <p15:guide id="3" orient="horz" pos="3789">
          <p15:clr>
            <a:srgbClr val="FBAE40"/>
          </p15:clr>
        </p15:guide>
        <p15:guide id="4" pos="5369">
          <p15:clr>
            <a:srgbClr val="FBAE40"/>
          </p15:clr>
        </p15:guide>
        <p15:guide id="5" pos="5279">
          <p15:clr>
            <a:srgbClr val="FBAE40"/>
          </p15:clr>
        </p15:guide>
        <p15:guide id="6" pos="5508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pos="1868">
          <p15:clr>
            <a:srgbClr val="FBAE40"/>
          </p15:clr>
        </p15:guide>
        <p15:guide id="9" pos="2071">
          <p15:clr>
            <a:srgbClr val="FBAE40"/>
          </p15:clr>
        </p15:guide>
        <p15:guide id="10" pos="3691">
          <p15:clr>
            <a:srgbClr val="FBAE40"/>
          </p15:clr>
        </p15:guide>
        <p15:guide id="11" pos="3894">
          <p15:clr>
            <a:srgbClr val="FBAE40"/>
          </p15:clr>
        </p15:guide>
        <p15:guide id="12" orient="horz" pos="425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acts - 4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07195" y="1665288"/>
            <a:ext cx="4223737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670740" y="1665288"/>
            <a:ext cx="4073210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 rot="10800000">
            <a:off x="407194" y="3749587"/>
            <a:ext cx="4073210" cy="2287958"/>
            <a:chOff x="6227654" y="1665288"/>
            <a:chExt cx="5430946" cy="2369060"/>
          </a:xfrm>
          <a:solidFill>
            <a:schemeClr val="accent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 rot="10800000">
            <a:off x="4523222" y="3939991"/>
            <a:ext cx="4220729" cy="2097557"/>
            <a:chOff x="542925" y="1665288"/>
            <a:chExt cx="5754191" cy="217011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2271" y="476722"/>
            <a:ext cx="7977349" cy="768545"/>
          </a:xfrm>
        </p:spPr>
        <p:txBody>
          <a:bodyPr/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736711" y="2024621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5000257" y="2024621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736711" y="4344878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5000257" y="4344878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6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803">
          <p15:clr>
            <a:srgbClr val="FBAE40"/>
          </p15:clr>
        </p15:guide>
        <p15:guide id="4" orient="horz" pos="1050">
          <p15:clr>
            <a:srgbClr val="FBAE40"/>
          </p15:clr>
        </p15:guide>
        <p15:guide id="5" pos="2814">
          <p15:clr>
            <a:srgbClr val="FBAE40"/>
          </p15:clr>
        </p15:guide>
        <p15:guide id="6" pos="2942">
          <p15:clr>
            <a:srgbClr val="FBAE40"/>
          </p15:clr>
        </p15:guide>
        <p15:guide id="7" orient="horz" pos="2482">
          <p15:clr>
            <a:srgbClr val="FBAE40"/>
          </p15:clr>
        </p15:guide>
        <p15:guide id="8" orient="horz" pos="2338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5508">
          <p15:clr>
            <a:srgbClr val="FBAE40"/>
          </p15:clr>
        </p15:guide>
        <p15:guide id="11" pos="5369">
          <p15:clr>
            <a:srgbClr val="FBAE40"/>
          </p15:clr>
        </p15:guide>
        <p15:guide id="12" pos="527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acts - 3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07195" y="1665288"/>
            <a:ext cx="4223737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  <p:sp>
          <p:nvSpPr>
            <p:cNvPr id="27" name="Triangle 26"/>
            <p:cNvSpPr/>
            <p:nvPr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670740" y="1665288"/>
            <a:ext cx="4073210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>
                <a:latin typeface="+mj-lt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2598772" y="3985545"/>
            <a:ext cx="4073210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>
              <a:latin typeface="+mj-lt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2271" y="476722"/>
            <a:ext cx="7977349" cy="768545"/>
          </a:xfrm>
        </p:spPr>
        <p:txBody>
          <a:bodyPr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736711" y="2024621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5000257" y="2024621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2928289" y="4344878"/>
            <a:ext cx="3414176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013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riangle 27"/>
          <p:cNvSpPr/>
          <p:nvPr/>
        </p:nvSpPr>
        <p:spPr>
          <a:xfrm>
            <a:off x="4094498" y="3779737"/>
            <a:ext cx="189000" cy="2112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>
              <a:latin typeface="+mj-lt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0E3D7A6-8AF8-4589-93D3-FC00F3294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27">
            <a:extLst>
              <a:ext uri="{FF2B5EF4-FFF2-40B4-BE49-F238E27FC236}">
                <a16:creationId xmlns:a16="http://schemas.microsoft.com/office/drawing/2014/main" id="{FFDC0C92-8485-415C-B97E-B328795A4CB4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57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795">
          <p15:clr>
            <a:srgbClr val="FBAE40"/>
          </p15:clr>
        </p15:guide>
        <p15:guide id="4" orient="horz" pos="2507">
          <p15:clr>
            <a:srgbClr val="FBAE40"/>
          </p15:clr>
        </p15:guide>
        <p15:guide id="5" orient="horz" pos="2338">
          <p15:clr>
            <a:srgbClr val="FBAE40"/>
          </p15:clr>
        </p15:guide>
        <p15:guide id="6" orient="horz" pos="1050">
          <p15:clr>
            <a:srgbClr val="FBAE40"/>
          </p15:clr>
        </p15:guide>
        <p15:guide id="7" pos="2814">
          <p15:clr>
            <a:srgbClr val="FBAE40"/>
          </p15:clr>
        </p15:guide>
        <p15:guide id="8" pos="2942">
          <p15:clr>
            <a:srgbClr val="FBAE40"/>
          </p15:clr>
        </p15:guide>
        <p15:guide id="9" pos="5369">
          <p15:clr>
            <a:srgbClr val="FBAE40"/>
          </p15:clr>
        </p15:guide>
        <p15:guide id="10" pos="5279">
          <p15:clr>
            <a:srgbClr val="FBAE40"/>
          </p15:clr>
        </p15:guide>
        <p15:guide id="11" pos="5508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acts - 1 Important + 2 Mi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71" y="476722"/>
            <a:ext cx="7977349" cy="768545"/>
          </a:xfrm>
        </p:spPr>
        <p:txBody>
          <a:bodyPr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401572" y="1652338"/>
            <a:ext cx="4170429" cy="4362700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4827672" y="1652338"/>
            <a:ext cx="3913271" cy="2089484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013">
                <a:solidFill>
                  <a:schemeClr val="accent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4827672" y="3925554"/>
            <a:ext cx="3913271" cy="2089484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013">
                <a:solidFill>
                  <a:schemeClr val="accent1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bg1"/>
                </a:solidFill>
              </a:defRPr>
            </a:lvl2pPr>
            <a:lvl3pPr marL="514350" indent="0">
              <a:buNone/>
              <a:defRPr sz="1013">
                <a:solidFill>
                  <a:schemeClr val="bg1"/>
                </a:solidFill>
              </a:defRPr>
            </a:lvl3pPr>
            <a:lvl4pPr marL="771525" indent="0">
              <a:buNone/>
              <a:defRPr sz="1013">
                <a:solidFill>
                  <a:schemeClr val="bg1"/>
                </a:solidFill>
              </a:defRPr>
            </a:lvl4pPr>
            <a:lvl5pPr marL="1028700" indent="0">
              <a:buNone/>
              <a:defRPr sz="10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841B22E-CC3E-4590-985A-07B79DE1A0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99600" y="5885727"/>
            <a:ext cx="4172400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825" b="1">
                <a:solidFill>
                  <a:schemeClr val="accent5"/>
                </a:solidFill>
                <a:latin typeface="+mj-lt"/>
              </a:defRPr>
            </a:lvl1pPr>
            <a:lvl2pPr marL="342884" indent="0">
              <a:buNone/>
              <a:defRPr sz="1350" b="1">
                <a:solidFill>
                  <a:schemeClr val="bg1"/>
                </a:solidFill>
              </a:defRPr>
            </a:lvl2pPr>
            <a:lvl3pPr marL="685766" indent="0">
              <a:buNone/>
              <a:defRPr sz="1350" b="1">
                <a:solidFill>
                  <a:schemeClr val="bg1"/>
                </a:solidFill>
              </a:defRPr>
            </a:lvl3pPr>
            <a:lvl4pPr marL="1028649" indent="0">
              <a:buNone/>
              <a:defRPr sz="1350" b="1">
                <a:solidFill>
                  <a:schemeClr val="bg1"/>
                </a:solidFill>
              </a:defRPr>
            </a:lvl4pPr>
            <a:lvl5pPr marL="1371532" indent="0">
              <a:buNone/>
              <a:defRPr sz="135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63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254">
          <p15:clr>
            <a:srgbClr val="FBAE40"/>
          </p15:clr>
        </p15:guide>
        <p15:guide id="3" pos="2878">
          <p15:clr>
            <a:srgbClr val="FBAE40"/>
          </p15:clr>
        </p15:guide>
        <p15:guide id="4" pos="3043">
          <p15:clr>
            <a:srgbClr val="FBAE40"/>
          </p15:clr>
        </p15:guide>
        <p15:guide id="5" pos="5508">
          <p15:clr>
            <a:srgbClr val="FBAE40"/>
          </p15:clr>
        </p15:guide>
        <p15:guide id="6" pos="5369">
          <p15:clr>
            <a:srgbClr val="FBAE40"/>
          </p15:clr>
        </p15:guide>
        <p15:guide id="7" pos="5279">
          <p15:clr>
            <a:srgbClr val="FBAE40"/>
          </p15:clr>
        </p15:guide>
        <p15:guide id="8" orient="horz" pos="3786">
          <p15:clr>
            <a:srgbClr val="FBAE40"/>
          </p15:clr>
        </p15:guide>
        <p15:guide id="9" orient="horz" pos="1042">
          <p15:clr>
            <a:srgbClr val="FBAE40"/>
          </p15:clr>
        </p15:guide>
        <p15:guide id="10" orient="horz" pos="2355">
          <p15:clr>
            <a:srgbClr val="FBAE40"/>
          </p15:clr>
        </p15:guide>
        <p15:guide id="11" orient="horz" pos="2473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acts - 1 Important + 2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>
            <a:off x="3474120" y="4832685"/>
            <a:ext cx="279433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71" y="476722"/>
            <a:ext cx="7977349" cy="768545"/>
          </a:xfrm>
        </p:spPr>
        <p:txBody>
          <a:bodyPr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2270" y="2110681"/>
            <a:ext cx="3600000" cy="3600000"/>
          </a:xfrm>
          <a:prstGeom prst="ellipse">
            <a:avLst/>
          </a:prstGeom>
          <a:solidFill>
            <a:schemeClr val="accent1"/>
          </a:solidFill>
          <a:effectLst>
            <a:softEdge rad="0"/>
          </a:effectLst>
        </p:spPr>
        <p:txBody>
          <a:bodyPr anchor="ctr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257175" indent="0" algn="ctr">
              <a:buNone/>
              <a:defRPr b="1">
                <a:solidFill>
                  <a:schemeClr val="bg1"/>
                </a:solidFill>
              </a:defRPr>
            </a:lvl2pPr>
            <a:lvl3pPr marL="514350" indent="0" algn="ctr">
              <a:buNone/>
              <a:defRPr b="1">
                <a:solidFill>
                  <a:schemeClr val="bg1"/>
                </a:solidFill>
              </a:defRPr>
            </a:lvl3pPr>
            <a:lvl4pPr marL="771525" indent="0" algn="ctr">
              <a:buNone/>
              <a:defRPr b="1">
                <a:solidFill>
                  <a:schemeClr val="bg1"/>
                </a:solidFill>
              </a:defRPr>
            </a:lvl4pPr>
            <a:lvl5pPr marL="1028700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4254068" y="1652337"/>
            <a:ext cx="2520000" cy="252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accent1"/>
                </a:solidFill>
                <a:latin typeface="+mj-lt"/>
              </a:defRPr>
            </a:lvl1pPr>
            <a:lvl2pPr marL="257175" indent="0" algn="ctr">
              <a:buNone/>
              <a:defRPr sz="1013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1013"/>
            </a:lvl4pPr>
            <a:lvl5pPr marL="1028700" indent="0" algn="ctr">
              <a:buNone/>
              <a:defRPr sz="1013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/>
          </p:nvPr>
        </p:nvSpPr>
        <p:spPr>
          <a:xfrm>
            <a:off x="6255446" y="3549992"/>
            <a:ext cx="2520000" cy="252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accent1"/>
                </a:solidFill>
                <a:latin typeface="+mj-lt"/>
              </a:defRPr>
            </a:lvl1pPr>
            <a:lvl2pPr marL="257175" indent="0" algn="ctr">
              <a:buNone/>
              <a:defRPr sz="1013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1013"/>
            </a:lvl4pPr>
            <a:lvl5pPr marL="1028700" indent="0" algn="ctr">
              <a:buNone/>
              <a:defRPr sz="1013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3474120" y="2851484"/>
            <a:ext cx="77995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78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6">
          <p15:clr>
            <a:srgbClr val="FBAE40"/>
          </p15:clr>
        </p15:guide>
        <p15:guide id="2" pos="254">
          <p15:clr>
            <a:srgbClr val="FBAE40"/>
          </p15:clr>
        </p15:guide>
        <p15:guide id="3" orient="horz" pos="1042">
          <p15:clr>
            <a:srgbClr val="FBAE40"/>
          </p15:clr>
        </p15:guide>
        <p15:guide id="4" pos="2312">
          <p15:clr>
            <a:srgbClr val="FBAE40"/>
          </p15:clr>
        </p15:guide>
        <p15:guide id="5" pos="5369">
          <p15:clr>
            <a:srgbClr val="FBAE40"/>
          </p15:clr>
        </p15:guide>
        <p15:guide id="6" pos="5508">
          <p15:clr>
            <a:srgbClr val="FBAE40"/>
          </p15:clr>
        </p15:guide>
        <p15:guide id="7" pos="5279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orient="horz" pos="43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AB Fac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B8875D2C-4EA2-4925-8688-7EF800790A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EFEBCC-0D5B-EB4B-83EF-3BC2B129F595}"/>
              </a:ext>
            </a:extLst>
          </p:cNvPr>
          <p:cNvSpPr/>
          <p:nvPr/>
        </p:nvSpPr>
        <p:spPr>
          <a:xfrm>
            <a:off x="571500" y="1781994"/>
            <a:ext cx="7942456" cy="411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8339" y="2196775"/>
            <a:ext cx="7228778" cy="3281521"/>
          </a:xfrm>
        </p:spPr>
        <p:txBody>
          <a:bodyPr anchor="ctr">
            <a:normAutofit/>
          </a:bodyPr>
          <a:lstStyle>
            <a:lvl1pPr marL="0" indent="0" algn="l">
              <a:buNone/>
              <a:defRPr sz="2025" b="1">
                <a:solidFill>
                  <a:schemeClr val="accent1"/>
                </a:solidFill>
                <a:latin typeface="+mj-lt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UAB Fact - 1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6A79829C-5A5E-4118-9C77-3E41B88C4E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576" y="928012"/>
            <a:ext cx="4734560" cy="416812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F9EC9A0-A0AA-4D41-A33F-0FFBDF23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437" y="1364473"/>
            <a:ext cx="6856545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02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2">
          <p15:clr>
            <a:srgbClr val="FBAE40"/>
          </p15:clr>
        </p15:guide>
        <p15:guide id="2" orient="horz" pos="3710">
          <p15:clr>
            <a:srgbClr val="FBAE40"/>
          </p15:clr>
        </p15:guide>
        <p15:guide id="3" pos="5356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AB Fac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5073" y="2256918"/>
            <a:ext cx="7987902" cy="3571454"/>
          </a:xfrm>
        </p:spPr>
        <p:txBody>
          <a:bodyPr anchor="t">
            <a:normAutofit/>
          </a:bodyPr>
          <a:lstStyle>
            <a:lvl1pPr marL="0" indent="0" algn="l">
              <a:buNone/>
              <a:defRPr sz="2025" b="1">
                <a:solidFill>
                  <a:schemeClr val="accent1"/>
                </a:solidFill>
                <a:latin typeface="+mn-lt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UAB Fact - 2</a:t>
            </a: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46D5A173-9511-4C17-90E5-91E20FC1F3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2578607" y="0"/>
            <a:ext cx="8753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70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2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5394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AB Fac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FE5E2-583D-3440-B3E2-B7A6D31591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5073" y="1573213"/>
            <a:ext cx="7938884" cy="4303712"/>
          </a:xfrm>
          <a:solidFill>
            <a:schemeClr val="accent1">
              <a:alpha val="85000"/>
            </a:schemeClr>
          </a:solidFill>
        </p:spPr>
        <p:txBody>
          <a:bodyPr lIns="468000" tIns="468000" rIns="468000" bIns="468000" anchor="ctr">
            <a:normAutofit/>
          </a:bodyPr>
          <a:lstStyle>
            <a:lvl1pPr marL="0" indent="0" algn="l">
              <a:buNone/>
              <a:defRPr sz="2025" b="1">
                <a:solidFill>
                  <a:schemeClr val="bg1"/>
                </a:solidFill>
                <a:latin typeface="+mn-lt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UAB Fact  - 3</a:t>
            </a:r>
          </a:p>
        </p:txBody>
      </p:sp>
    </p:spTree>
    <p:extLst>
      <p:ext uri="{BB962C8B-B14F-4D97-AF65-F5344CB8AC3E}">
        <p14:creationId xmlns:p14="http://schemas.microsoft.com/office/powerpoint/2010/main" val="220720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362">
          <p15:clr>
            <a:srgbClr val="FBAE40"/>
          </p15:clr>
        </p15:guide>
        <p15:guide id="3" pos="5356">
          <p15:clr>
            <a:srgbClr val="FBAE40"/>
          </p15:clr>
        </p15:guide>
        <p15:guide id="4" orient="horz" pos="99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7960659" y="4013431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69" dirty="0">
                <a:latin typeface="+mn-lt"/>
              </a:rPr>
              <a:t>”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657217" y="1889034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469" dirty="0">
                <a:latin typeface="+mn-lt"/>
              </a:rPr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1" y="4834375"/>
            <a:ext cx="6858000" cy="544513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7D64EC-DA4C-BA4D-87B3-681A69F456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9429" y="2355273"/>
            <a:ext cx="6858000" cy="1854262"/>
          </a:xfrm>
        </p:spPr>
        <p:txBody>
          <a:bodyPr anchor="ctr"/>
          <a:lstStyle>
            <a:lvl1pPr algn="ctr">
              <a:defRPr sz="337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– Option 1</a:t>
            </a:r>
          </a:p>
        </p:txBody>
      </p:sp>
    </p:spTree>
    <p:extLst>
      <p:ext uri="{BB962C8B-B14F-4D97-AF65-F5344CB8AC3E}">
        <p14:creationId xmlns:p14="http://schemas.microsoft.com/office/powerpoint/2010/main" val="165172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482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718">
          <p15:clr>
            <a:srgbClr val="FBAE40"/>
          </p15:clr>
        </p15:guide>
        <p15:guide id="5" pos="5038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– Option 1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057A37B-D6CE-4B27-BD27-4F6ABCD40F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7960659" y="4013431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69" dirty="0">
                <a:latin typeface="+mn-lt"/>
              </a:rPr>
              <a:t>”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1" y="4834375"/>
            <a:ext cx="6858000" cy="544513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CFEA6F-993C-48F5-BABF-D2AE4C3AD3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9429" y="2355273"/>
            <a:ext cx="6858000" cy="1854262"/>
          </a:xfrm>
        </p:spPr>
        <p:txBody>
          <a:bodyPr anchor="ctr"/>
          <a:lstStyle>
            <a:lvl1pPr algn="ctr">
              <a:defRPr sz="337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– Option 1 Monogram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65E39DA-6AE9-4451-8CA3-95DDB8E4FA3C}"/>
              </a:ext>
            </a:extLst>
          </p:cNvPr>
          <p:cNvSpPr txBox="1">
            <a:spLocks/>
          </p:cNvSpPr>
          <p:nvPr/>
        </p:nvSpPr>
        <p:spPr>
          <a:xfrm>
            <a:off x="657217" y="1889034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469" dirty="0">
                <a:latin typeface="+mn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797414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4">
          <p15:clr>
            <a:srgbClr val="FBAE40"/>
          </p15:clr>
        </p15:guide>
        <p15:guide id="2" pos="718">
          <p15:clr>
            <a:srgbClr val="FBAE40"/>
          </p15:clr>
        </p15:guide>
        <p15:guide id="3" pos="5045">
          <p15:clr>
            <a:srgbClr val="FBAE40"/>
          </p15:clr>
        </p15:guide>
        <p15:guide id="4" pos="2880">
          <p15:clr>
            <a:srgbClr val="FBAE40"/>
          </p15:clr>
        </p15:guide>
        <p15:guide id="5" orient="horz" pos="2651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– Option 1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205B58-DB7E-8244-8533-249ABF49D5A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C2C5F-A5E4-3C43-ABB2-297B20BE2613}"/>
              </a:ext>
            </a:extLst>
          </p:cNvPr>
          <p:cNvSpPr txBox="1"/>
          <p:nvPr/>
        </p:nvSpPr>
        <p:spPr>
          <a:xfrm>
            <a:off x="-2" y="-426745"/>
            <a:ext cx="9144002" cy="2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788" dirty="0">
                <a:solidFill>
                  <a:schemeClr val="accent2"/>
                </a:solidFill>
                <a:latin typeface="+mj-lt"/>
              </a:rPr>
              <a:t>To insert a background image, right-click on the slide – select FORMAT BACKGROUND &gt; Picture or texture fill</a:t>
            </a:r>
            <a:endParaRPr lang="bg-BG" sz="788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7960659" y="4013431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69" dirty="0">
                <a:latin typeface="+mj-lt"/>
              </a:rPr>
              <a:t>”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1" y="4834375"/>
            <a:ext cx="6858000" cy="544513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2F1E1E-9164-4ECD-A2F5-BF1183861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9429" y="2355273"/>
            <a:ext cx="6858000" cy="1854262"/>
          </a:xfrm>
        </p:spPr>
        <p:txBody>
          <a:bodyPr anchor="ctr"/>
          <a:lstStyle>
            <a:lvl1pPr algn="ctr">
              <a:defRPr sz="3375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– Option 1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A40E474-3DEF-47AF-ACB3-3054C5ED3130}"/>
              </a:ext>
            </a:extLst>
          </p:cNvPr>
          <p:cNvSpPr txBox="1">
            <a:spLocks/>
          </p:cNvSpPr>
          <p:nvPr/>
        </p:nvSpPr>
        <p:spPr>
          <a:xfrm>
            <a:off x="657217" y="1889034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469" dirty="0">
                <a:latin typeface="+mj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32017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45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orient="horz" pos="3049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pos="712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7960659" y="4013431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69" dirty="0">
                <a:solidFill>
                  <a:schemeClr val="bg1"/>
                </a:solidFill>
                <a:latin typeface="+mn-lt"/>
              </a:rPr>
              <a:t>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825908"/>
            <a:ext cx="6858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03D931-FCAA-4277-9747-EAD0E46B91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9429" y="2355273"/>
            <a:ext cx="6858000" cy="1854262"/>
          </a:xfrm>
        </p:spPr>
        <p:txBody>
          <a:bodyPr anchor="ctr"/>
          <a:lstStyle>
            <a:lvl1pPr algn="ctr">
              <a:defRPr sz="337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– Option 2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F9F2A02-CD60-4A05-8E07-2B3EC67CC57A}"/>
              </a:ext>
            </a:extLst>
          </p:cNvPr>
          <p:cNvSpPr txBox="1">
            <a:spLocks/>
          </p:cNvSpPr>
          <p:nvPr/>
        </p:nvSpPr>
        <p:spPr>
          <a:xfrm>
            <a:off x="657217" y="1889034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469" dirty="0">
                <a:solidFill>
                  <a:schemeClr val="bg1"/>
                </a:solidFill>
                <a:latin typeface="+mn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84057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38">
          <p15:clr>
            <a:srgbClr val="FBAE40"/>
          </p15:clr>
        </p15:guide>
        <p15:guide id="2" orient="horz" pos="3041">
          <p15:clr>
            <a:srgbClr val="FBAE40"/>
          </p15:clr>
        </p15:guide>
        <p15:guide id="3" pos="718">
          <p15:clr>
            <a:srgbClr val="FBAE40"/>
          </p15:clr>
        </p15:guide>
        <p15:guide id="4" orient="horz" pos="2651">
          <p15:clr>
            <a:srgbClr val="FBAE40"/>
          </p15:clr>
        </p15:guide>
        <p15:guide id="5" orient="horz" pos="148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– Option 2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ABD985B1-EAFD-4927-BB45-39E8D95C9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7960659" y="4013431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69" dirty="0">
                <a:solidFill>
                  <a:schemeClr val="bg1"/>
                </a:solidFill>
                <a:latin typeface="+mn-lt"/>
              </a:rPr>
              <a:t>”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825908"/>
            <a:ext cx="6858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154A64-3E18-4B3A-9175-6FA1501DBE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9429" y="2355273"/>
            <a:ext cx="6858000" cy="1854262"/>
          </a:xfrm>
        </p:spPr>
        <p:txBody>
          <a:bodyPr anchor="ctr"/>
          <a:lstStyle>
            <a:lvl1pPr algn="ctr">
              <a:defRPr sz="337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– Option 2 Monogram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3645415-5443-4908-814A-4B85296D5553}"/>
              </a:ext>
            </a:extLst>
          </p:cNvPr>
          <p:cNvSpPr txBox="1">
            <a:spLocks/>
          </p:cNvSpPr>
          <p:nvPr/>
        </p:nvSpPr>
        <p:spPr>
          <a:xfrm>
            <a:off x="657217" y="1889034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469" dirty="0">
                <a:solidFill>
                  <a:schemeClr val="bg1"/>
                </a:solidFill>
                <a:latin typeface="+mn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09715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38">
          <p15:clr>
            <a:srgbClr val="FBAE40"/>
          </p15:clr>
        </p15:guide>
        <p15:guide id="2" orient="horz" pos="1474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712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– Option 2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CF17A1-ED95-1C42-BBA5-445814959C5B}"/>
              </a:ext>
            </a:extLst>
          </p:cNvPr>
          <p:cNvSpPr/>
          <p:nvPr/>
        </p:nvSpPr>
        <p:spPr>
          <a:xfrm>
            <a:off x="-2" y="0"/>
            <a:ext cx="9144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C3496-6102-5741-9EDB-99E97DA03433}"/>
              </a:ext>
            </a:extLst>
          </p:cNvPr>
          <p:cNvSpPr txBox="1"/>
          <p:nvPr/>
        </p:nvSpPr>
        <p:spPr>
          <a:xfrm>
            <a:off x="-2" y="-426745"/>
            <a:ext cx="9144002" cy="2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788" dirty="0">
                <a:solidFill>
                  <a:schemeClr val="accent2"/>
                </a:solidFill>
                <a:latin typeface="+mj-lt"/>
              </a:rPr>
              <a:t>To insert a background image, right-click on the slide – select FORMAT BACKGROUND &gt; Picture or texture fill</a:t>
            </a:r>
            <a:endParaRPr lang="bg-BG" sz="788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7960659" y="4013431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69" dirty="0">
                <a:solidFill>
                  <a:schemeClr val="bg1"/>
                </a:solidFill>
                <a:latin typeface="+mj-lt"/>
              </a:rPr>
              <a:t>”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825908"/>
            <a:ext cx="6858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C43EA4-87C9-4342-86BE-432233929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9429" y="2355273"/>
            <a:ext cx="6858000" cy="1854262"/>
          </a:xfrm>
        </p:spPr>
        <p:txBody>
          <a:bodyPr anchor="ctr"/>
          <a:lstStyle>
            <a:lvl1pPr algn="ctr">
              <a:defRPr sz="3375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– Option 2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CA2A05F-4A0A-415F-BFA7-7791EAE63FB4}"/>
              </a:ext>
            </a:extLst>
          </p:cNvPr>
          <p:cNvSpPr txBox="1">
            <a:spLocks/>
          </p:cNvSpPr>
          <p:nvPr/>
        </p:nvSpPr>
        <p:spPr>
          <a:xfrm>
            <a:off x="657217" y="1889034"/>
            <a:ext cx="532638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469" dirty="0">
                <a:solidFill>
                  <a:schemeClr val="bg1"/>
                </a:solidFill>
                <a:latin typeface="+mj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424816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8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pos="5038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oryboard –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2271" y="1762739"/>
            <a:ext cx="3269798" cy="4308464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Storyboard – 4 Pictures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C77B04A-66B3-FE4F-8CF2-1B1B16B93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58677" y="1762739"/>
            <a:ext cx="2283056" cy="4308464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23845" y="1762742"/>
            <a:ext cx="2283056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23845" y="4056001"/>
            <a:ext cx="2283056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42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3820">
          <p15:clr>
            <a:srgbClr val="FBAE40"/>
          </p15:clr>
        </p15:guide>
        <p15:guide id="3" pos="5279">
          <p15:clr>
            <a:srgbClr val="FBAE40"/>
          </p15:clr>
        </p15:guide>
        <p15:guide id="4" pos="5369">
          <p15:clr>
            <a:srgbClr val="FBAE40"/>
          </p15:clr>
        </p15:guide>
        <p15:guide id="5" pos="5508">
          <p15:clr>
            <a:srgbClr val="FBAE40"/>
          </p15:clr>
        </p15:guide>
        <p15:guide id="6" orient="horz" pos="1110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pos="2312">
          <p15:clr>
            <a:srgbClr val="FBAE40"/>
          </p15:clr>
        </p15:guide>
        <p15:guide id="9" pos="2471">
          <p15:clr>
            <a:srgbClr val="FBAE40"/>
          </p15:clr>
        </p15:guide>
        <p15:guide id="10" pos="3907">
          <p15:clr>
            <a:srgbClr val="FBAE40"/>
          </p15:clr>
        </p15:guide>
        <p15:guide id="11" pos="4066">
          <p15:clr>
            <a:srgbClr val="FBAE40"/>
          </p15:clr>
        </p15:guide>
        <p15:guide id="12" orient="horz" pos="2558">
          <p15:clr>
            <a:srgbClr val="FBAE40"/>
          </p15:clr>
        </p15:guide>
        <p15:guide id="13" orient="horz" pos="2380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oryboard –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2271" y="1762739"/>
            <a:ext cx="1811388" cy="4308464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Storyboard – 6 Pictures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72667" y="1762742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472667" y="4056001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0770" y="1762742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61B7A5A-FF1D-0348-9380-8CE01CFD5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00770" y="4056001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22D17D8-E5FE-8342-ACA9-789AE4B3C5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30341" y="1762739"/>
            <a:ext cx="1811388" cy="4308464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18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>
          <p15:clr>
            <a:srgbClr val="FBAE40"/>
          </p15:clr>
        </p15:guide>
        <p15:guide id="2" pos="254">
          <p15:clr>
            <a:srgbClr val="FBAE40"/>
          </p15:clr>
        </p15:guide>
        <p15:guide id="3" orient="horz" pos="2558">
          <p15:clr>
            <a:srgbClr val="FBAE40"/>
          </p15:clr>
        </p15:guide>
        <p15:guide id="4" pos="1391">
          <p15:clr>
            <a:srgbClr val="FBAE40"/>
          </p15:clr>
        </p15:guide>
        <p15:guide id="5" pos="1556">
          <p15:clr>
            <a:srgbClr val="FBAE40"/>
          </p15:clr>
        </p15:guide>
        <p15:guide id="6" pos="2802">
          <p15:clr>
            <a:srgbClr val="FBAE40"/>
          </p15:clr>
        </p15:guide>
        <p15:guide id="7" pos="2960">
          <p15:clr>
            <a:srgbClr val="FBAE40"/>
          </p15:clr>
        </p15:guide>
        <p15:guide id="8" pos="4199">
          <p15:clr>
            <a:srgbClr val="FBAE40"/>
          </p15:clr>
        </p15:guide>
        <p15:guide id="9" pos="4364">
          <p15:clr>
            <a:srgbClr val="FBAE40"/>
          </p15:clr>
        </p15:guide>
        <p15:guide id="10" pos="5508">
          <p15:clr>
            <a:srgbClr val="FBAE40"/>
          </p15:clr>
        </p15:guide>
        <p15:guide id="11" pos="5369">
          <p15:clr>
            <a:srgbClr val="FBAE40"/>
          </p15:clr>
        </p15:guide>
        <p15:guide id="12" pos="5279">
          <p15:clr>
            <a:srgbClr val="FBAE40"/>
          </p15:clr>
        </p15:guide>
        <p15:guide id="13" orient="horz" pos="3820">
          <p15:clr>
            <a:srgbClr val="FBAE40"/>
          </p15:clr>
        </p15:guide>
        <p15:guide id="14" orient="horz" pos="4252">
          <p15:clr>
            <a:srgbClr val="FBAE40"/>
          </p15:clr>
        </p15:guide>
        <p15:guide id="15" orient="horz" pos="1110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oryboard –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2" y="476722"/>
            <a:ext cx="797853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Storyboard – 8 Pictures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48201" y="1768794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01563D09-47DF-B74D-8437-7B3126127A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771166" y="1768794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47271" y="4049048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F87835B-E9A2-5C42-95A4-DE8731A8AD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771166" y="4049048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27477" y="1768794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523376" y="4049048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9481" y="1768794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99481" y="4049048"/>
            <a:ext cx="1970564" cy="2015205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95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2380">
          <p15:clr>
            <a:srgbClr val="FBAE40"/>
          </p15:clr>
        </p15:guide>
        <p15:guide id="3" orient="horz" pos="1110">
          <p15:clr>
            <a:srgbClr val="FBAE40"/>
          </p15:clr>
        </p15:guide>
        <p15:guide id="4" orient="horz" pos="3820">
          <p15:clr>
            <a:srgbClr val="FBAE40"/>
          </p15:clr>
        </p15:guide>
        <p15:guide id="5" pos="1493">
          <p15:clr>
            <a:srgbClr val="FBAE40"/>
          </p15:clr>
        </p15:guide>
        <p15:guide id="6" pos="1589">
          <p15:clr>
            <a:srgbClr val="FBAE40"/>
          </p15:clr>
        </p15:guide>
        <p15:guide id="7" pos="2834">
          <p15:clr>
            <a:srgbClr val="FBAE40"/>
          </p15:clr>
        </p15:guide>
        <p15:guide id="8" pos="2929">
          <p15:clr>
            <a:srgbClr val="FBAE40"/>
          </p15:clr>
        </p15:guide>
        <p15:guide id="11" orient="horz" pos="2550">
          <p15:clr>
            <a:srgbClr val="FBAE40"/>
          </p15:clr>
        </p15:guide>
        <p15:guide id="12" pos="5369">
          <p15:clr>
            <a:srgbClr val="FBAE40"/>
          </p15:clr>
        </p15:guide>
        <p15:guide id="13" pos="5508">
          <p15:clr>
            <a:srgbClr val="FBAE40"/>
          </p15:clr>
        </p15:guide>
        <p15:guide id="14" pos="5279">
          <p15:clr>
            <a:srgbClr val="FBAE40"/>
          </p15:clr>
        </p15:guide>
        <p15:guide id="15" orient="horz" pos="4252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act us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Contact us - Option 1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589982" y="2728765"/>
            <a:ext cx="224796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589982" y="4137364"/>
            <a:ext cx="224795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589982" y="4747608"/>
            <a:ext cx="222184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600694" y="3401691"/>
            <a:ext cx="198656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2867" y="2654243"/>
            <a:ext cx="7406752" cy="448844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867" y="3379173"/>
            <a:ext cx="7406752" cy="4488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867" y="4021724"/>
            <a:ext cx="7406752" cy="448844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867" y="4680751"/>
            <a:ext cx="7406752" cy="4488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402270" y="2520070"/>
            <a:ext cx="0" cy="26833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3085" y="570006"/>
            <a:ext cx="22809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563" b="0" i="0">
                <a:solidFill>
                  <a:schemeClr val="bg1">
                    <a:lumMod val="50000"/>
                  </a:schemeClr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8518760" y="625959"/>
            <a:ext cx="0" cy="232322"/>
          </a:xfrm>
          <a:prstGeom prst="line">
            <a:avLst/>
          </a:prstGeom>
          <a:ln w="12700">
            <a:solidFill>
              <a:srgbClr val="70B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466114"/>
            <a:ext cx="9144000" cy="391886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2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">
          <p15:clr>
            <a:srgbClr val="FBAE40"/>
          </p15:clr>
        </p15:guide>
        <p15:guide id="2" orient="horz" pos="1669">
          <p15:clr>
            <a:srgbClr val="FBAE40"/>
          </p15:clr>
        </p15:guide>
        <p15:guide id="3" pos="610">
          <p15:clr>
            <a:srgbClr val="FBAE40"/>
          </p15:clr>
        </p15:guide>
        <p15:guide id="4" orient="horz" pos="3227">
          <p15:clr>
            <a:srgbClr val="FBAE40"/>
          </p15:clr>
        </p15:guide>
        <p15:guide id="5" orient="horz" pos="2948">
          <p15:clr>
            <a:srgbClr val="FBAE40"/>
          </p15:clr>
        </p15:guide>
        <p15:guide id="6" orient="horz" pos="2812">
          <p15:clr>
            <a:srgbClr val="FBAE40"/>
          </p15:clr>
        </p15:guide>
        <p15:guide id="7" orient="horz" pos="2533">
          <p15:clr>
            <a:srgbClr val="FBAE40"/>
          </p15:clr>
        </p15:guide>
        <p15:guide id="8" orient="horz" pos="2414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1957">
          <p15:clr>
            <a:srgbClr val="FBAE40"/>
          </p15:clr>
        </p15:guide>
        <p15:guide id="11" pos="432">
          <p15:clr>
            <a:srgbClr val="FBAE40"/>
          </p15:clr>
        </p15:guide>
        <p15:guide id="12" pos="5369">
          <p15:clr>
            <a:srgbClr val="FBAE40"/>
          </p15:clr>
        </p15:guide>
        <p15:guide id="13" pos="5279">
          <p15:clr>
            <a:srgbClr val="FBAE40"/>
          </p15:clr>
        </p15:guide>
        <p15:guide id="14" pos="5508">
          <p15:clr>
            <a:srgbClr val="FBAE40"/>
          </p15:clr>
        </p15:guide>
        <p15:guide id="15" orient="horz" pos="425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271" y="476722"/>
            <a:ext cx="7977348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589982" y="2728765"/>
            <a:ext cx="224796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589982" y="4137364"/>
            <a:ext cx="224795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589982" y="4747608"/>
            <a:ext cx="222184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600694" y="3401691"/>
            <a:ext cx="198656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2867" y="2654243"/>
            <a:ext cx="7406752" cy="4488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867" y="3379173"/>
            <a:ext cx="7406752" cy="4488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867" y="4021724"/>
            <a:ext cx="7406752" cy="4488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867" y="4680751"/>
            <a:ext cx="7406752" cy="4488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402270" y="2520070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8092514" y="6679133"/>
            <a:ext cx="649217" cy="606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394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508251" y="6555806"/>
            <a:ext cx="4148992" cy="196529"/>
          </a:xfrm>
        </p:spPr>
        <p:txBody>
          <a:bodyPr lIns="0" tIns="0" rIns="0" bIns="0" anchor="b"/>
          <a:lstStyle>
            <a:lvl1pPr algn="ctr">
              <a:defRPr sz="563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6" y="6593269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85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254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438">
          <p15:clr>
            <a:srgbClr val="FBAE40"/>
          </p15:clr>
        </p15:guide>
        <p15:guide id="11" pos="610">
          <p15:clr>
            <a:srgbClr val="FBAE40"/>
          </p15:clr>
        </p15:guide>
        <p15:guide id="12" pos="527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500" y="1876586"/>
            <a:ext cx="6858000" cy="2387600"/>
          </a:xfrm>
        </p:spPr>
        <p:txBody>
          <a:bodyPr anchor="b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5AA08003-45F5-44E5-9CB3-AEF061C5A2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576" y="928012"/>
            <a:ext cx="4734560" cy="416812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A69B81-CEB2-49A6-BFE5-C583B976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437" y="1364473"/>
            <a:ext cx="6856545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C1E0CC92-FEF5-415B-8C2E-E06D362507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52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2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468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atin typeface="+mj-lt"/>
            </a:endParaRPr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34ED47A7-D6B2-4F14-8B73-2D87D14D79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2662227" y="0"/>
            <a:ext cx="87538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500" y="1876586"/>
            <a:ext cx="6858000" cy="2387600"/>
          </a:xfrm>
        </p:spPr>
        <p:txBody>
          <a:bodyPr anchor="b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5CC4DB7-E18C-4210-8760-C8AC01E35B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576" y="928012"/>
            <a:ext cx="4734560" cy="416812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6DBF773-D735-4C37-AABF-D7525952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437" y="1364473"/>
            <a:ext cx="6856545" cy="293296"/>
          </a:xfrm>
        </p:spPr>
        <p:txBody>
          <a:bodyPr/>
          <a:lstStyle>
            <a:lvl1pPr algn="l">
              <a:defRPr sz="75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13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2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468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8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5BCAD085-E8A6-8845-BD4E-CB4CCA059FC4}" type="datetimeFigureOut">
              <a:rPr lang="en-US" smtClean="0"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  <a:ea typeface="Proxima Nova Rg" panose="02000506030000020004" pitchFamily="50" charset="0"/>
                <a:cs typeface="Proxima Nova Rg" panose="02000506030000020004" pitchFamily="50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5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624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Proxima Nova Rg" panose="02000506030000020004" pitchFamily="50" charset="0"/>
          <a:ea typeface="Proxima Nova Rg" panose="02000506030000020004" pitchFamily="50" charset="0"/>
          <a:cs typeface="Proxima Nova Rg" panose="02000506030000020004" pitchFamily="50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Git for Biologists: Why Your Lab Needs Version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Multiple versions of the same file: final_data_v2_fixed_FINAL_revised.csv</a:t>
            </a:r>
          </a:p>
          <a:p>
            <a:r>
              <a:rPr dirty="0"/>
              <a:t> "Who edited this figure?"</a:t>
            </a:r>
          </a:p>
          <a:p>
            <a:r>
              <a:rPr dirty="0"/>
              <a:t>Lost code/data after a collaborator left</a:t>
            </a:r>
          </a:p>
          <a:p>
            <a:r>
              <a:rPr dirty="0"/>
              <a:t>Difficult to reproduce results from six months ago</a:t>
            </a:r>
          </a:p>
          <a:p>
            <a:r>
              <a:rPr dirty="0"/>
              <a:t>Limited lab visibility into what others are working on</a:t>
            </a:r>
          </a:p>
          <a:p>
            <a:endParaRPr dirty="0"/>
          </a:p>
          <a:p>
            <a:r>
              <a:rPr dirty="0"/>
              <a:t>Scientific integrity, reproducibility, and collaboration depend on better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version control system for tracking changes in files</a:t>
            </a:r>
          </a:p>
          <a:p>
            <a:r>
              <a:rPr dirty="0"/>
              <a:t>Think of it as a time machine + collaboration tool</a:t>
            </a:r>
          </a:p>
          <a:p>
            <a:r>
              <a:rPr dirty="0"/>
              <a:t>Tracks who made changes, what changed, and why</a:t>
            </a:r>
          </a:p>
          <a:p>
            <a:endParaRPr dirty="0"/>
          </a:p>
          <a:p>
            <a:r>
              <a:rPr dirty="0"/>
              <a:t>Not just for code</a:t>
            </a:r>
            <a:r>
              <a:rPr lang="en-US" dirty="0"/>
              <a:t>; it w</a:t>
            </a:r>
            <a:r>
              <a:rPr dirty="0"/>
              <a:t>orks for protocols, data, documentation, papers.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and GitLab: What’s the Difference?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🧪 Pick the platform that fits your lab's security, collaboration, and automation needs.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067C82B-6D63-9018-CB05-E865DD4B4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833979"/>
              </p:ext>
            </p:extLst>
          </p:nvPr>
        </p:nvGraphicFramePr>
        <p:xfrm>
          <a:off x="628650" y="3185920"/>
          <a:ext cx="7886700" cy="2406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338">
                  <a:extLst>
                    <a:ext uri="{9D8B030D-6E8A-4147-A177-3AD203B41FA5}">
                      <a16:colId xmlns:a16="http://schemas.microsoft.com/office/drawing/2014/main" val="542728456"/>
                    </a:ext>
                  </a:extLst>
                </a:gridCol>
                <a:gridCol w="2629181">
                  <a:extLst>
                    <a:ext uri="{9D8B030D-6E8A-4147-A177-3AD203B41FA5}">
                      <a16:colId xmlns:a16="http://schemas.microsoft.com/office/drawing/2014/main" val="951612183"/>
                    </a:ext>
                  </a:extLst>
                </a:gridCol>
                <a:gridCol w="2629181">
                  <a:extLst>
                    <a:ext uri="{9D8B030D-6E8A-4147-A177-3AD203B41FA5}">
                      <a16:colId xmlns:a16="http://schemas.microsoft.com/office/drawing/2014/main" val="2531310820"/>
                    </a:ext>
                  </a:extLst>
                </a:gridCol>
              </a:tblGrid>
              <a:tr h="2942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Feature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GitHub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GitLab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759193"/>
                  </a:ext>
                </a:extLst>
              </a:tr>
              <a:tr h="606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Hosting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Public platform (Microsoft)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Open-source; can be self-hosted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510373"/>
                  </a:ext>
                </a:extLst>
              </a:tr>
              <a:tr h="2943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CI/CD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GitHub Actions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Built-in CI/CD pipelines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496751"/>
                  </a:ext>
                </a:extLst>
              </a:tr>
              <a:tr h="6051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Permissions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Granular teams, orgs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More flexibility for academic use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174104"/>
                  </a:ext>
                </a:extLst>
              </a:tr>
              <a:tr h="606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Integration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Broadest ecosystem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Better privacy for internal servers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64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Kinds of Files Should You Track?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✅ Ideal:</a:t>
            </a:r>
          </a:p>
          <a:p>
            <a:r>
              <a:rPr dirty="0"/>
              <a:t>Scripts (Python, R, Shell)</a:t>
            </a:r>
          </a:p>
          <a:p>
            <a:r>
              <a:rPr dirty="0" err="1"/>
              <a:t>Jupyter</a:t>
            </a:r>
            <a:r>
              <a:rPr dirty="0"/>
              <a:t> Notebooks</a:t>
            </a:r>
          </a:p>
          <a:p>
            <a:r>
              <a:rPr dirty="0"/>
              <a:t>Manuscripts (Markdown, LaTeX)</a:t>
            </a:r>
          </a:p>
          <a:p>
            <a:r>
              <a:rPr dirty="0"/>
              <a:t>Protocols and README files</a:t>
            </a:r>
          </a:p>
          <a:p>
            <a:r>
              <a:rPr dirty="0"/>
              <a:t>Pipeline configs (e.g., </a:t>
            </a:r>
            <a:r>
              <a:rPr dirty="0" err="1"/>
              <a:t>nextflow.config</a:t>
            </a:r>
            <a:r>
              <a:rPr dirty="0"/>
              <a:t>)</a:t>
            </a:r>
          </a:p>
          <a:p>
            <a:r>
              <a:rPr dirty="0"/>
              <a:t>Small config/data files (e.g., .csv, .</a:t>
            </a:r>
            <a:r>
              <a:rPr dirty="0" err="1"/>
              <a:t>tsv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🚫 Avoid:</a:t>
            </a:r>
          </a:p>
          <a:p>
            <a:r>
              <a:rPr dirty="0"/>
              <a:t>Large binary files (&gt;100MB): .bam, .</a:t>
            </a:r>
            <a:r>
              <a:rPr dirty="0" err="1"/>
              <a:t>fastq</a:t>
            </a:r>
            <a:r>
              <a:rPr dirty="0"/>
              <a:t>, .hdf5</a:t>
            </a:r>
          </a:p>
          <a:p>
            <a:r>
              <a:rPr dirty="0"/>
              <a:t>Output files and raw datasets</a:t>
            </a:r>
          </a:p>
          <a:p>
            <a:endParaRPr dirty="0"/>
          </a:p>
          <a:p>
            <a:r>
              <a:rPr dirty="0"/>
              <a:t>💡 Use Git LFS or external storage (SRA, Zenodo, OSF) for large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Concepts: A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Repository (repo) = project folder with version history</a:t>
            </a:r>
          </a:p>
          <a:p>
            <a:r>
              <a:rPr dirty="0"/>
              <a:t>Commit = save point with a message</a:t>
            </a:r>
          </a:p>
          <a:p>
            <a:r>
              <a:rPr dirty="0"/>
              <a:t>Branch = parallel version of your project</a:t>
            </a:r>
          </a:p>
          <a:p>
            <a:r>
              <a:rPr dirty="0"/>
              <a:t>Merge = combining changes across branches</a:t>
            </a:r>
          </a:p>
          <a:p>
            <a:r>
              <a:rPr dirty="0"/>
              <a:t>Pull request = discussion + review of code/data updates</a:t>
            </a:r>
          </a:p>
          <a:p>
            <a:endParaRPr dirty="0"/>
          </a:p>
          <a:p>
            <a:r>
              <a:rPr dirty="0"/>
              <a:t>🧠 Think of branches as experimental conditions; commits as lab notebook entries.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Lab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Shared analysis scripts across collaborators</a:t>
            </a:r>
          </a:p>
          <a:p>
            <a:r>
              <a:rPr dirty="0"/>
              <a:t>Figure generation tracked and reproducible</a:t>
            </a:r>
          </a:p>
          <a:p>
            <a:r>
              <a:rPr dirty="0"/>
              <a:t>Co-writing manuscripts or grant sections</a:t>
            </a:r>
          </a:p>
          <a:p>
            <a:r>
              <a:rPr dirty="0"/>
              <a:t>Code reviews before conference deadlines</a:t>
            </a:r>
          </a:p>
          <a:p>
            <a:r>
              <a:rPr dirty="0"/>
              <a:t>Versioning simulation configs or wet-lab protocols</a:t>
            </a:r>
          </a:p>
          <a:p>
            <a:endParaRPr dirty="0"/>
          </a:p>
          <a:p>
            <a:r>
              <a:rPr dirty="0"/>
              <a:t>🧬 Bring structure to chaotic collaboration.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 for Wet Lab + Computational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✅ Supports open science, better mentoring, and grant alignment.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051E9C-3A4E-754F-49D4-9F1F9B904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154617"/>
              </p:ext>
            </p:extLst>
          </p:nvPr>
        </p:nvGraphicFramePr>
        <p:xfrm>
          <a:off x="795301" y="1825624"/>
          <a:ext cx="6966466" cy="1831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1452">
                  <a:extLst>
                    <a:ext uri="{9D8B030D-6E8A-4147-A177-3AD203B41FA5}">
                      <a16:colId xmlns:a16="http://schemas.microsoft.com/office/drawing/2014/main" val="1737258040"/>
                    </a:ext>
                  </a:extLst>
                </a:gridCol>
                <a:gridCol w="5295014">
                  <a:extLst>
                    <a:ext uri="{9D8B030D-6E8A-4147-A177-3AD203B41FA5}">
                      <a16:colId xmlns:a16="http://schemas.microsoft.com/office/drawing/2014/main" val="1362351544"/>
                    </a:ext>
                  </a:extLst>
                </a:gridCol>
              </a:tblGrid>
              <a:tr h="225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Benefit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Impact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491620"/>
                  </a:ext>
                </a:extLst>
              </a:tr>
              <a:tr h="2255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Reproducibility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Track exactly what generated a result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5576904"/>
                  </a:ext>
                </a:extLst>
              </a:tr>
              <a:tr h="4648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Accountability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Know who made what change, when, and why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895199"/>
                  </a:ext>
                </a:extLst>
              </a:tr>
              <a:tr h="4648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Collaboration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Easy to contribute without overwriting work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5986474"/>
                  </a:ext>
                </a:extLst>
              </a:tr>
              <a:tr h="2255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Reuse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Reuse code/scripts across projects easily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9748195"/>
                  </a:ext>
                </a:extLst>
              </a:tr>
              <a:tr h="2255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FAIR Compliance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Meets funder/journal expectations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7124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Myths and Misconceptions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❌ "It’s only for coders" → No, you can track Markdown, protocols, etc.</a:t>
            </a:r>
          </a:p>
          <a:p>
            <a:r>
              <a:rPr dirty="0"/>
              <a:t>❌ "Too hard to learn" → Only 5–10 basic commands to be productive</a:t>
            </a:r>
          </a:p>
          <a:p>
            <a:r>
              <a:rPr dirty="0"/>
              <a:t>❌ "One more tool to maintain" → Replaces messy email/file-sharing chaos</a:t>
            </a:r>
          </a:p>
          <a:p>
            <a:endParaRPr dirty="0"/>
          </a:p>
          <a:p>
            <a:r>
              <a:rPr dirty="0"/>
              <a:t>🧭 Git is a tool to reduce cognitive overhead, not increase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Started: Lab Adoption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Designate a “Git Champion” in your lab</a:t>
            </a:r>
          </a:p>
          <a:p>
            <a:r>
              <a:rPr dirty="0"/>
              <a:t>Set up a shared lab GitHub/GitLab organization</a:t>
            </a:r>
          </a:p>
          <a:p>
            <a:r>
              <a:rPr dirty="0"/>
              <a:t>Start with small projects (e.g., shared protocols, data scripts)</a:t>
            </a:r>
          </a:p>
          <a:p>
            <a:r>
              <a:rPr dirty="0"/>
              <a:t>Define simple contribution rules (e.g., one branch per person)</a:t>
            </a:r>
          </a:p>
          <a:p>
            <a:r>
              <a:rPr dirty="0"/>
              <a:t>Schedule short demos or internal “code clubs”</a:t>
            </a:r>
          </a:p>
          <a:p>
            <a:endParaRPr dirty="0"/>
          </a:p>
          <a:p>
            <a:r>
              <a:rPr dirty="0"/>
              <a:t>🧪 Start with reproducibility </a:t>
            </a:r>
            <a:r>
              <a:rPr lang="en-US" dirty="0"/>
              <a:t>goals.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Tools That Make Git Easier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GitHub Desktop / </a:t>
            </a:r>
            <a:r>
              <a:rPr dirty="0" err="1"/>
              <a:t>GitKraken</a:t>
            </a:r>
            <a:r>
              <a:rPr dirty="0"/>
              <a:t> (GUI options)</a:t>
            </a:r>
          </a:p>
          <a:p>
            <a:r>
              <a:rPr dirty="0" err="1"/>
              <a:t>JupyterLab</a:t>
            </a:r>
            <a:r>
              <a:rPr dirty="0"/>
              <a:t> Git Extension (integrate with notebooks)</a:t>
            </a:r>
          </a:p>
          <a:p>
            <a:r>
              <a:rPr dirty="0"/>
              <a:t>Zenodo + GitHub for DOI-linked releases</a:t>
            </a:r>
          </a:p>
          <a:p>
            <a:r>
              <a:rPr dirty="0"/>
              <a:t>GitHub Actions / GitLab CI for automating QC, tests, builds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GitHub Workflow for a Transcriptomics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repo for the project</a:t>
            </a:r>
          </a:p>
          <a:p>
            <a:r>
              <a:t>2. Add README + protocol files</a:t>
            </a:r>
          </a:p>
          <a:p>
            <a:r>
              <a:t>3. Commit analysis scripts per step (e.g., QC, DESeq2)</a:t>
            </a:r>
          </a:p>
          <a:p>
            <a:r>
              <a:t>4. Collaborators work on branches</a:t>
            </a:r>
          </a:p>
          <a:p>
            <a:r>
              <a:t>5. Merge and tag version used in manuscript</a:t>
            </a:r>
          </a:p>
          <a:p>
            <a:r>
              <a:t>6. Archive with DOI via Zenodo</a:t>
            </a:r>
          </a:p>
          <a:p>
            <a:endParaRPr/>
          </a:p>
          <a:p>
            <a:r>
              <a:t>🧬 Each commit tells the story of your science.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to Learn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Software Carpentry Git Lesson: https://</a:t>
            </a:r>
            <a:r>
              <a:rPr dirty="0" err="1"/>
              <a:t>swcarpentry.github.io</a:t>
            </a:r>
            <a:r>
              <a:rPr dirty="0"/>
              <a:t>/git-novice/</a:t>
            </a:r>
          </a:p>
          <a:p>
            <a:r>
              <a:rPr dirty="0"/>
              <a:t>Happy Git with R: https://</a:t>
            </a:r>
            <a:r>
              <a:rPr dirty="0" err="1"/>
              <a:t>happygitwithr.com</a:t>
            </a:r>
            <a:r>
              <a:rPr dirty="0"/>
              <a:t>/</a:t>
            </a:r>
          </a:p>
          <a:p>
            <a:r>
              <a:rPr dirty="0"/>
              <a:t>GitHub Docs: https://</a:t>
            </a:r>
            <a:r>
              <a:rPr dirty="0" err="1"/>
              <a:t>docs.github.com</a:t>
            </a:r>
            <a:r>
              <a:rPr dirty="0"/>
              <a:t>/</a:t>
            </a:r>
          </a:p>
          <a:p>
            <a:r>
              <a:rPr dirty="0"/>
              <a:t>UAB BDS </a:t>
            </a:r>
            <a:r>
              <a:rPr lang="en-US" dirty="0"/>
              <a:t>Workshop</a:t>
            </a:r>
            <a:endParaRPr dirty="0"/>
          </a:p>
          <a:p>
            <a:endParaRPr dirty="0"/>
          </a:p>
          <a:p>
            <a:r>
              <a:rPr dirty="0"/>
              <a:t>📖 Hands-on training goes a long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“If you’re not using version control, you’re one accident away from losing your science.”</a:t>
            </a:r>
          </a:p>
          <a:p>
            <a:endParaRPr/>
          </a:p>
          <a:p>
            <a:r>
              <a:t>🔁 Git is your lab’s memory. GitHub is your lab’s bookshelf.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AB Theme">
  <a:themeElements>
    <a:clrScheme name="UA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6B51"/>
      </a:accent1>
      <a:accent2>
        <a:srgbClr val="1F4027"/>
      </a:accent2>
      <a:accent3>
        <a:srgbClr val="80BC08"/>
      </a:accent3>
      <a:accent4>
        <a:srgbClr val="FFD300"/>
      </a:accent4>
      <a:accent5>
        <a:srgbClr val="AA9767"/>
      </a:accent5>
      <a:accent6>
        <a:srgbClr val="80828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B Theme" id="{DA782614-33EA-BC43-B6E5-D39A80F9A467}" vid="{187F0EDF-1298-7F47-B12C-DB4E1BB86A8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UAB Theme</Template>
  <TotalTime>1556</TotalTime>
  <Words>781</Words>
  <Application>Microsoft Macintosh PowerPoint</Application>
  <PresentationFormat>On-screen Show (4:3)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Proxima Nova Rg</vt:lpstr>
      <vt:lpstr>UAB Theme</vt:lpstr>
      <vt:lpstr>Git for Biologists: Why Your Lab Needs Version Control</vt:lpstr>
      <vt:lpstr>What Problem Are We Solving?</vt:lpstr>
      <vt:lpstr>What Is Git?</vt:lpstr>
      <vt:lpstr>GitHub and GitLab: What’s the Difference?</vt:lpstr>
      <vt:lpstr>What Kinds of Files Should You Track?</vt:lpstr>
      <vt:lpstr>Key Concepts: A Mental Model</vt:lpstr>
      <vt:lpstr>Common Lab Use Cases</vt:lpstr>
      <vt:lpstr>Benefits for Wet Lab + Computational Teams</vt:lpstr>
      <vt:lpstr>Myths and Misconceptions</vt:lpstr>
      <vt:lpstr>Getting Started: Lab Adoption Strategy</vt:lpstr>
      <vt:lpstr>Optional Tools That Make Git Easier</vt:lpstr>
      <vt:lpstr>Example: GitHub Workflow for a Transcriptomics Project</vt:lpstr>
      <vt:lpstr>Resources to Learn More</vt:lpstr>
      <vt:lpstr>Final Thoughts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Hutchins, Shaurita</cp:lastModifiedBy>
  <cp:revision>4</cp:revision>
  <dcterms:created xsi:type="dcterms:W3CDTF">2013-01-27T09:14:16Z</dcterms:created>
  <dcterms:modified xsi:type="dcterms:W3CDTF">2025-06-18T17:45:07Z</dcterms:modified>
  <cp:category/>
</cp:coreProperties>
</file>